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77" r:id="rId1"/>
  </p:sldMasterIdLst>
  <p:notesMasterIdLst>
    <p:notesMasterId r:id="rId3"/>
  </p:notesMasterIdLst>
  <p:sldIdLst>
    <p:sldId id="259" r:id="rId2"/>
  </p:sldIdLst>
  <p:sldSz cx="32004000" cy="36360100"/>
  <p:notesSz cx="37947600" cy="50749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0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CDCD"/>
    <a:srgbClr val="FFF7DA"/>
    <a:srgbClr val="DAC4B2"/>
    <a:srgbClr val="9F282C"/>
    <a:srgbClr val="C00000"/>
    <a:srgbClr val="EDE7E3"/>
    <a:srgbClr val="E5DFDB"/>
    <a:srgbClr val="EDDFDF"/>
    <a:srgbClr val="CA0202"/>
    <a:srgbClr val="E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9DB9B9-D596-4E9B-906C-B3B1F826A9C3}" v="7" dt="2025-03-20T10:17:33.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9296" autoAdjust="0"/>
  </p:normalViewPr>
  <p:slideViewPr>
    <p:cSldViewPr>
      <p:cViewPr>
        <p:scale>
          <a:sx n="20" d="100"/>
          <a:sy n="20" d="100"/>
        </p:scale>
        <p:origin x="1968" y="-660"/>
      </p:cViewPr>
      <p:guideLst>
        <p:guide orient="horz" pos="11452"/>
        <p:guide pos="100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5" d="100"/>
        <a:sy n="25"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19" name="Rectangle 3"/>
          <p:cNvSpPr>
            <a:spLocks noGrp="1" noChangeArrowheads="1"/>
          </p:cNvSpPr>
          <p:nvPr>
            <p:ph type="dt" idx="1"/>
          </p:nvPr>
        </p:nvSpPr>
        <p:spPr bwMode="auto">
          <a:xfrm>
            <a:off x="21488400" y="0"/>
            <a:ext cx="16459200" cy="2514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aseline="0">
                <a:latin typeface="Arial" charset="0"/>
                <a:ea typeface="+mn-ea"/>
                <a:cs typeface="宋体" charset="-122"/>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0590213" y="3810000"/>
            <a:ext cx="16767175" cy="19050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5029200" y="24079200"/>
            <a:ext cx="27889200" cy="22860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22" name="Rectangle 6"/>
          <p:cNvSpPr>
            <a:spLocks noGrp="1" noChangeArrowheads="1"/>
          </p:cNvSpPr>
          <p:nvPr>
            <p:ph type="ftr" sz="quarter" idx="4"/>
          </p:nvPr>
        </p:nvSpPr>
        <p:spPr bwMode="auto">
          <a:xfrm>
            <a:off x="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aseline="0">
                <a:latin typeface="Arial" charset="0"/>
                <a:ea typeface="+mn-ea"/>
                <a:cs typeface="宋体" charset="-122"/>
              </a:defRPr>
            </a:lvl1pPr>
          </a:lstStyle>
          <a:p>
            <a:pPr>
              <a:defRPr/>
            </a:pPr>
            <a:endParaRPr lang="en-US" altLang="zh-CN"/>
          </a:p>
        </p:txBody>
      </p:sp>
      <p:sp>
        <p:nvSpPr>
          <p:cNvPr id="9223" name="Rectangle 7"/>
          <p:cNvSpPr>
            <a:spLocks noGrp="1" noChangeArrowheads="1"/>
          </p:cNvSpPr>
          <p:nvPr>
            <p:ph type="sldNum" sz="quarter" idx="5"/>
          </p:nvPr>
        </p:nvSpPr>
        <p:spPr bwMode="auto">
          <a:xfrm>
            <a:off x="21488400" y="48234600"/>
            <a:ext cx="16459200" cy="25146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aseline="0">
                <a:ea typeface="SimSun" pitchFamily="2" charset="-122"/>
              </a:defRPr>
            </a:lvl1pPr>
          </a:lstStyle>
          <a:p>
            <a:fld id="{F292183B-F5F8-4439-922E-D0C2BF219BD4}" type="slidenum">
              <a:rPr lang="en-US" altLang="zh-CN"/>
              <a:pPr/>
              <a:t>‹#›</a:t>
            </a:fld>
            <a:endParaRPr lang="en-US" altLang="zh-CN"/>
          </a:p>
        </p:txBody>
      </p:sp>
    </p:spTree>
    <p:extLst>
      <p:ext uri="{BB962C8B-B14F-4D97-AF65-F5344CB8AC3E}">
        <p14:creationId xmlns:p14="http://schemas.microsoft.com/office/powerpoint/2010/main" val="5407477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S PGothic" pitchFamily="34" charset="-128"/>
        <a:cs typeface="ＭＳ Ｐゴシック" charset="-128"/>
      </a:defRPr>
    </a:lvl1pPr>
    <a:lvl2pPr marL="399662"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2pPr>
    <a:lvl3pPr marL="79931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3pPr>
    <a:lvl4pPr marL="1198973"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4pPr>
    <a:lvl5pPr marL="1598630" algn="l" rtl="0" eaLnBrk="0" fontAlgn="base" hangingPunct="0">
      <a:spcBef>
        <a:spcPct val="30000"/>
      </a:spcBef>
      <a:spcAft>
        <a:spcPct val="0"/>
      </a:spcAft>
      <a:defRPr sz="1000" kern="1200">
        <a:solidFill>
          <a:schemeClr val="tx1"/>
        </a:solidFill>
        <a:latin typeface="Arial" charset="0"/>
        <a:ea typeface="MS PGothic" pitchFamily="34" charset="-128"/>
        <a:cs typeface="+mn-cs"/>
      </a:defRPr>
    </a:lvl5pPr>
    <a:lvl6pPr marL="1998278" algn="l" defTabSz="399662" rtl="0" eaLnBrk="1" latinLnBrk="0" hangingPunct="1">
      <a:defRPr sz="1000" kern="1200">
        <a:solidFill>
          <a:schemeClr val="tx1"/>
        </a:solidFill>
        <a:latin typeface="+mn-lt"/>
        <a:ea typeface="+mn-ea"/>
        <a:cs typeface="+mn-cs"/>
      </a:defRPr>
    </a:lvl6pPr>
    <a:lvl7pPr marL="2397941" algn="l" defTabSz="399662" rtl="0" eaLnBrk="1" latinLnBrk="0" hangingPunct="1">
      <a:defRPr sz="1000" kern="1200">
        <a:solidFill>
          <a:schemeClr val="tx1"/>
        </a:solidFill>
        <a:latin typeface="+mn-lt"/>
        <a:ea typeface="+mn-ea"/>
        <a:cs typeface="+mn-cs"/>
      </a:defRPr>
    </a:lvl7pPr>
    <a:lvl8pPr marL="2797603" algn="l" defTabSz="399662" rtl="0" eaLnBrk="1" latinLnBrk="0" hangingPunct="1">
      <a:defRPr sz="1000" kern="1200">
        <a:solidFill>
          <a:schemeClr val="tx1"/>
        </a:solidFill>
        <a:latin typeface="+mn-lt"/>
        <a:ea typeface="+mn-ea"/>
        <a:cs typeface="+mn-cs"/>
      </a:defRPr>
    </a:lvl8pPr>
    <a:lvl9pPr marL="3197251" algn="l" defTabSz="399662" rtl="0" eaLnBrk="1" latinLnBrk="0" hangingPunct="1">
      <a:defRPr sz="10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09472-38D6-BC17-607E-805F1B98A579}"/>
              </a:ext>
            </a:extLst>
          </p:cNvPr>
          <p:cNvSpPr>
            <a:spLocks noGrp="1"/>
          </p:cNvSpPr>
          <p:nvPr>
            <p:ph type="ctrTitle"/>
          </p:nvPr>
        </p:nvSpPr>
        <p:spPr>
          <a:xfrm>
            <a:off x="4000500" y="5950603"/>
            <a:ext cx="24003000" cy="12658701"/>
          </a:xfrm>
        </p:spPr>
        <p:txBody>
          <a:bodyPr anchor="b"/>
          <a:lstStyle>
            <a:lvl1pPr algn="ctr">
              <a:defRPr sz="15750"/>
            </a:lvl1pPr>
          </a:lstStyle>
          <a:p>
            <a:r>
              <a:rPr lang="en-US"/>
              <a:t>Click to edit Master title style</a:t>
            </a:r>
            <a:endParaRPr lang="en-IN"/>
          </a:p>
        </p:txBody>
      </p:sp>
      <p:sp>
        <p:nvSpPr>
          <p:cNvPr id="3" name="Subtitle 2">
            <a:extLst>
              <a:ext uri="{FF2B5EF4-FFF2-40B4-BE49-F238E27FC236}">
                <a16:creationId xmlns:a16="http://schemas.microsoft.com/office/drawing/2014/main" id="{855CBD1B-18C4-F6F2-E539-0AB1A79FF774}"/>
              </a:ext>
            </a:extLst>
          </p:cNvPr>
          <p:cNvSpPr>
            <a:spLocks noGrp="1"/>
          </p:cNvSpPr>
          <p:nvPr>
            <p:ph type="subTitle" idx="1"/>
          </p:nvPr>
        </p:nvSpPr>
        <p:spPr>
          <a:xfrm>
            <a:off x="4000500" y="19097472"/>
            <a:ext cx="24003000" cy="8778605"/>
          </a:xfrm>
        </p:spPr>
        <p:txBody>
          <a:bodyPr/>
          <a:lstStyle>
            <a:lvl1pPr marL="0" indent="0" algn="ctr">
              <a:buNone/>
              <a:defRPr sz="6300"/>
            </a:lvl1pPr>
            <a:lvl2pPr marL="1200150" indent="0" algn="ctr">
              <a:buNone/>
              <a:defRPr sz="5250"/>
            </a:lvl2pPr>
            <a:lvl3pPr marL="2400300" indent="0" algn="ctr">
              <a:buNone/>
              <a:defRPr sz="4725"/>
            </a:lvl3pPr>
            <a:lvl4pPr marL="3600450" indent="0" algn="ctr">
              <a:buNone/>
              <a:defRPr sz="4200"/>
            </a:lvl4pPr>
            <a:lvl5pPr marL="4800600" indent="0" algn="ctr">
              <a:buNone/>
              <a:defRPr sz="4200"/>
            </a:lvl5pPr>
            <a:lvl6pPr marL="6000750" indent="0" algn="ctr">
              <a:buNone/>
              <a:defRPr sz="4200"/>
            </a:lvl6pPr>
            <a:lvl7pPr marL="7200900" indent="0" algn="ctr">
              <a:buNone/>
              <a:defRPr sz="4200"/>
            </a:lvl7pPr>
            <a:lvl8pPr marL="8401050" indent="0" algn="ctr">
              <a:buNone/>
              <a:defRPr sz="4200"/>
            </a:lvl8pPr>
            <a:lvl9pPr marL="9601200" indent="0" algn="ctr">
              <a:buNone/>
              <a:defRPr sz="4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F4EFA4-8EBD-27A4-923E-DF7E2762492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3F7BBAEF-C753-8577-5D0A-9623DB64662E}"/>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B0ED307F-69B1-D758-A45F-D18FC87FCD9F}"/>
              </a:ext>
            </a:extLst>
          </p:cNvPr>
          <p:cNvSpPr>
            <a:spLocks noGrp="1"/>
          </p:cNvSpPr>
          <p:nvPr>
            <p:ph type="sldNum" sz="quarter" idx="12"/>
          </p:nvPr>
        </p:nvSpPr>
        <p:spPr/>
        <p:txBody>
          <a:bodyPr/>
          <a:lstStyle/>
          <a:p>
            <a:fld id="{37A3E2A6-8D49-4474-8C7A-1BD77D36969A}" type="slidenum">
              <a:rPr lang="en-US" altLang="zh-CN" smtClean="0"/>
              <a:pPr/>
              <a:t>‹#›</a:t>
            </a:fld>
            <a:endParaRPr lang="en-US" altLang="zh-CN"/>
          </a:p>
        </p:txBody>
      </p:sp>
    </p:spTree>
    <p:extLst>
      <p:ext uri="{BB962C8B-B14F-4D97-AF65-F5344CB8AC3E}">
        <p14:creationId xmlns:p14="http://schemas.microsoft.com/office/powerpoint/2010/main" val="59795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8C9B-DCBF-475C-CF55-DC6C7F87B7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952CA-3FFE-9FFB-968B-A075F82860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A1A44F-F549-0305-E558-022C1368D8B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86D3AE0-096C-A57A-0D87-1779C8FD4C11}"/>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19BCA4A-ED54-6D6D-B43B-01873103AFC1}"/>
              </a:ext>
            </a:extLst>
          </p:cNvPr>
          <p:cNvSpPr>
            <a:spLocks noGrp="1"/>
          </p:cNvSpPr>
          <p:nvPr>
            <p:ph type="sldNum" sz="quarter" idx="12"/>
          </p:nvPr>
        </p:nvSpPr>
        <p:spPr/>
        <p:txBody>
          <a:bodyPr/>
          <a:lstStyle/>
          <a:p>
            <a:fld id="{ED22DA40-2263-4835-8046-3E03B8C47302}" type="slidenum">
              <a:rPr lang="en-US" altLang="zh-CN" smtClean="0"/>
              <a:pPr/>
              <a:t>‹#›</a:t>
            </a:fld>
            <a:endParaRPr lang="en-US" altLang="zh-CN"/>
          </a:p>
        </p:txBody>
      </p:sp>
    </p:spTree>
    <p:extLst>
      <p:ext uri="{BB962C8B-B14F-4D97-AF65-F5344CB8AC3E}">
        <p14:creationId xmlns:p14="http://schemas.microsoft.com/office/powerpoint/2010/main" val="3610375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FEFF9-404C-779A-58B7-76C0C8F79324}"/>
              </a:ext>
            </a:extLst>
          </p:cNvPr>
          <p:cNvSpPr>
            <a:spLocks noGrp="1"/>
          </p:cNvSpPr>
          <p:nvPr>
            <p:ph type="title"/>
          </p:nvPr>
        </p:nvSpPr>
        <p:spPr>
          <a:xfrm>
            <a:off x="2183606" y="9064780"/>
            <a:ext cx="27603450" cy="15124789"/>
          </a:xfrm>
        </p:spPr>
        <p:txBody>
          <a:bodyPr anchor="b"/>
          <a:lstStyle>
            <a:lvl1pPr>
              <a:defRPr sz="1575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8A49A4-8D6D-2D89-20EB-336C457394D0}"/>
              </a:ext>
            </a:extLst>
          </p:cNvPr>
          <p:cNvSpPr>
            <a:spLocks noGrp="1"/>
          </p:cNvSpPr>
          <p:nvPr>
            <p:ph type="body" idx="1"/>
          </p:nvPr>
        </p:nvSpPr>
        <p:spPr>
          <a:xfrm>
            <a:off x="2183606" y="24332656"/>
            <a:ext cx="27603450" cy="7953769"/>
          </a:xfrm>
        </p:spPr>
        <p:txBody>
          <a:bodyPr/>
          <a:lstStyle>
            <a:lvl1pPr marL="0" indent="0">
              <a:buNone/>
              <a:defRPr sz="6300">
                <a:solidFill>
                  <a:schemeClr val="tx1">
                    <a:tint val="75000"/>
                  </a:schemeClr>
                </a:solidFill>
              </a:defRPr>
            </a:lvl1pPr>
            <a:lvl2pPr marL="1200150" indent="0">
              <a:buNone/>
              <a:defRPr sz="5250">
                <a:solidFill>
                  <a:schemeClr val="tx1">
                    <a:tint val="75000"/>
                  </a:schemeClr>
                </a:solidFill>
              </a:defRPr>
            </a:lvl2pPr>
            <a:lvl3pPr marL="2400300" indent="0">
              <a:buNone/>
              <a:defRPr sz="4725">
                <a:solidFill>
                  <a:schemeClr val="tx1">
                    <a:tint val="75000"/>
                  </a:schemeClr>
                </a:solidFill>
              </a:defRPr>
            </a:lvl3pPr>
            <a:lvl4pPr marL="3600450" indent="0">
              <a:buNone/>
              <a:defRPr sz="4200">
                <a:solidFill>
                  <a:schemeClr val="tx1">
                    <a:tint val="75000"/>
                  </a:schemeClr>
                </a:solidFill>
              </a:defRPr>
            </a:lvl4pPr>
            <a:lvl5pPr marL="4800600" indent="0">
              <a:buNone/>
              <a:defRPr sz="4200">
                <a:solidFill>
                  <a:schemeClr val="tx1">
                    <a:tint val="75000"/>
                  </a:schemeClr>
                </a:solidFill>
              </a:defRPr>
            </a:lvl5pPr>
            <a:lvl6pPr marL="6000750" indent="0">
              <a:buNone/>
              <a:defRPr sz="4200">
                <a:solidFill>
                  <a:schemeClr val="tx1">
                    <a:tint val="75000"/>
                  </a:schemeClr>
                </a:solidFill>
              </a:defRPr>
            </a:lvl6pPr>
            <a:lvl7pPr marL="7200900" indent="0">
              <a:buNone/>
              <a:defRPr sz="4200">
                <a:solidFill>
                  <a:schemeClr val="tx1">
                    <a:tint val="75000"/>
                  </a:schemeClr>
                </a:solidFill>
              </a:defRPr>
            </a:lvl7pPr>
            <a:lvl8pPr marL="8401050" indent="0">
              <a:buNone/>
              <a:defRPr sz="4200">
                <a:solidFill>
                  <a:schemeClr val="tx1">
                    <a:tint val="75000"/>
                  </a:schemeClr>
                </a:solidFill>
              </a:defRPr>
            </a:lvl8pPr>
            <a:lvl9pPr marL="9601200" indent="0">
              <a:buNone/>
              <a:defRPr sz="4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54A8FD-D785-734F-2B18-28EE07300274}"/>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8FA01FDA-278C-ACB9-22E9-5F843E0BB709}"/>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AC938643-3796-F901-20D1-9E7D09BBF920}"/>
              </a:ext>
            </a:extLst>
          </p:cNvPr>
          <p:cNvSpPr>
            <a:spLocks noGrp="1"/>
          </p:cNvSpPr>
          <p:nvPr>
            <p:ph type="sldNum" sz="quarter" idx="12"/>
          </p:nvPr>
        </p:nvSpPr>
        <p:spPr/>
        <p:txBody>
          <a:bodyPr/>
          <a:lstStyle/>
          <a:p>
            <a:fld id="{A69381DC-2011-4E15-83C5-CAC2DE521040}" type="slidenum">
              <a:rPr lang="en-US" altLang="zh-CN" smtClean="0"/>
              <a:pPr/>
              <a:t>‹#›</a:t>
            </a:fld>
            <a:endParaRPr lang="en-US" altLang="zh-CN"/>
          </a:p>
        </p:txBody>
      </p:sp>
    </p:spTree>
    <p:extLst>
      <p:ext uri="{BB962C8B-B14F-4D97-AF65-F5344CB8AC3E}">
        <p14:creationId xmlns:p14="http://schemas.microsoft.com/office/powerpoint/2010/main" val="291257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A68BB-6DBB-B965-7639-85782EDA688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9E7153-AEEB-1006-A860-8CC674A0B223}"/>
              </a:ext>
            </a:extLst>
          </p:cNvPr>
          <p:cNvSpPr>
            <a:spLocks noGrp="1"/>
          </p:cNvSpPr>
          <p:nvPr>
            <p:ph sz="half" idx="1"/>
          </p:nvPr>
        </p:nvSpPr>
        <p:spPr>
          <a:xfrm>
            <a:off x="220027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623DFF-4BC4-15FD-510D-70B9FA1C00B2}"/>
              </a:ext>
            </a:extLst>
          </p:cNvPr>
          <p:cNvSpPr>
            <a:spLocks noGrp="1"/>
          </p:cNvSpPr>
          <p:nvPr>
            <p:ph sz="half" idx="2"/>
          </p:nvPr>
        </p:nvSpPr>
        <p:spPr>
          <a:xfrm>
            <a:off x="16202025" y="9679194"/>
            <a:ext cx="13601700"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B5AFA9-235D-ABE3-9C26-77536F385A7D}"/>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B9EC0DD-1484-2811-076F-041986A281A3}"/>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38FE110D-F00C-FC43-B333-6BF93982753F}"/>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299128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1449-F8A0-833B-90D0-E95A7083AC15}"/>
              </a:ext>
            </a:extLst>
          </p:cNvPr>
          <p:cNvSpPr>
            <a:spLocks noGrp="1"/>
          </p:cNvSpPr>
          <p:nvPr>
            <p:ph type="title"/>
          </p:nvPr>
        </p:nvSpPr>
        <p:spPr>
          <a:xfrm>
            <a:off x="2204443" y="1935841"/>
            <a:ext cx="27603450" cy="7027939"/>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57018E-7CF3-7CF4-ACCC-B6CDCBC0EE3D}"/>
              </a:ext>
            </a:extLst>
          </p:cNvPr>
          <p:cNvSpPr>
            <a:spLocks noGrp="1"/>
          </p:cNvSpPr>
          <p:nvPr>
            <p:ph type="body" idx="1"/>
          </p:nvPr>
        </p:nvSpPr>
        <p:spPr>
          <a:xfrm>
            <a:off x="2204445" y="8913277"/>
            <a:ext cx="13539191"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4" name="Content Placeholder 3">
            <a:extLst>
              <a:ext uri="{FF2B5EF4-FFF2-40B4-BE49-F238E27FC236}">
                <a16:creationId xmlns:a16="http://schemas.microsoft.com/office/drawing/2014/main" id="{EEDDDD43-09AE-40C8-CDDD-49C6D9894827}"/>
              </a:ext>
            </a:extLst>
          </p:cNvPr>
          <p:cNvSpPr>
            <a:spLocks noGrp="1"/>
          </p:cNvSpPr>
          <p:nvPr>
            <p:ph sz="half" idx="2"/>
          </p:nvPr>
        </p:nvSpPr>
        <p:spPr>
          <a:xfrm>
            <a:off x="2204445" y="13281536"/>
            <a:ext cx="13539191"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70AE49-5F62-168B-84F7-2ECE688EC917}"/>
              </a:ext>
            </a:extLst>
          </p:cNvPr>
          <p:cNvSpPr>
            <a:spLocks noGrp="1"/>
          </p:cNvSpPr>
          <p:nvPr>
            <p:ph type="body" sz="quarter" idx="3"/>
          </p:nvPr>
        </p:nvSpPr>
        <p:spPr>
          <a:xfrm>
            <a:off x="16202025" y="8913277"/>
            <a:ext cx="13605869" cy="4368259"/>
          </a:xfrm>
        </p:spPr>
        <p:txBody>
          <a:bodyPr anchor="b"/>
          <a:lstStyle>
            <a:lvl1pPr marL="0" indent="0">
              <a:buNone/>
              <a:defRPr sz="6300" b="1"/>
            </a:lvl1pPr>
            <a:lvl2pPr marL="1200150" indent="0">
              <a:buNone/>
              <a:defRPr sz="5250" b="1"/>
            </a:lvl2pPr>
            <a:lvl3pPr marL="2400300" indent="0">
              <a:buNone/>
              <a:defRPr sz="4725" b="1"/>
            </a:lvl3pPr>
            <a:lvl4pPr marL="3600450" indent="0">
              <a:buNone/>
              <a:defRPr sz="4200" b="1"/>
            </a:lvl4pPr>
            <a:lvl5pPr marL="4800600" indent="0">
              <a:buNone/>
              <a:defRPr sz="4200" b="1"/>
            </a:lvl5pPr>
            <a:lvl6pPr marL="6000750" indent="0">
              <a:buNone/>
              <a:defRPr sz="4200" b="1"/>
            </a:lvl6pPr>
            <a:lvl7pPr marL="7200900" indent="0">
              <a:buNone/>
              <a:defRPr sz="4200" b="1"/>
            </a:lvl7pPr>
            <a:lvl8pPr marL="8401050" indent="0">
              <a:buNone/>
              <a:defRPr sz="4200" b="1"/>
            </a:lvl8pPr>
            <a:lvl9pPr marL="9601200" indent="0">
              <a:buNone/>
              <a:defRPr sz="42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73BE7-8ABC-FB06-C904-CBA9E760FA3E}"/>
              </a:ext>
            </a:extLst>
          </p:cNvPr>
          <p:cNvSpPr>
            <a:spLocks noGrp="1"/>
          </p:cNvSpPr>
          <p:nvPr>
            <p:ph sz="quarter" idx="4"/>
          </p:nvPr>
        </p:nvSpPr>
        <p:spPr>
          <a:xfrm>
            <a:off x="16202025" y="13281536"/>
            <a:ext cx="13605869"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E8FF3A-9E94-3F76-115C-62314395F875}"/>
              </a:ext>
            </a:extLst>
          </p:cNvPr>
          <p:cNvSpPr>
            <a:spLocks noGrp="1"/>
          </p:cNvSpPr>
          <p:nvPr>
            <p:ph type="dt" sz="half" idx="10"/>
          </p:nvPr>
        </p:nvSpPr>
        <p:spPr/>
        <p:txBody>
          <a:bodyPr/>
          <a:lstStyle/>
          <a:p>
            <a:pPr>
              <a:defRPr/>
            </a:pPr>
            <a:endParaRPr lang="en-US" altLang="zh-CN"/>
          </a:p>
        </p:txBody>
      </p:sp>
      <p:sp>
        <p:nvSpPr>
          <p:cNvPr id="8" name="Footer Placeholder 7">
            <a:extLst>
              <a:ext uri="{FF2B5EF4-FFF2-40B4-BE49-F238E27FC236}">
                <a16:creationId xmlns:a16="http://schemas.microsoft.com/office/drawing/2014/main" id="{278F5122-0772-B1AC-D5BD-BD1FC8006733}"/>
              </a:ext>
            </a:extLst>
          </p:cNvPr>
          <p:cNvSpPr>
            <a:spLocks noGrp="1"/>
          </p:cNvSpPr>
          <p:nvPr>
            <p:ph type="ftr" sz="quarter" idx="11"/>
          </p:nvPr>
        </p:nvSpPr>
        <p:spPr/>
        <p:txBody>
          <a:bodyPr/>
          <a:lstStyle/>
          <a:p>
            <a:pPr>
              <a:defRPr/>
            </a:pPr>
            <a:endParaRPr lang="en-US" altLang="zh-CN"/>
          </a:p>
        </p:txBody>
      </p:sp>
      <p:sp>
        <p:nvSpPr>
          <p:cNvPr id="9" name="Slide Number Placeholder 8">
            <a:extLst>
              <a:ext uri="{FF2B5EF4-FFF2-40B4-BE49-F238E27FC236}">
                <a16:creationId xmlns:a16="http://schemas.microsoft.com/office/drawing/2014/main" id="{BB3B92A0-231F-5D9F-6352-6982431118FA}"/>
              </a:ext>
            </a:extLst>
          </p:cNvPr>
          <p:cNvSpPr>
            <a:spLocks noGrp="1"/>
          </p:cNvSpPr>
          <p:nvPr>
            <p:ph type="sldNum" sz="quarter" idx="12"/>
          </p:nvPr>
        </p:nvSpPr>
        <p:spPr/>
        <p:txBody>
          <a:body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1670554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7CC57-87F4-7D9A-F4D5-6F08854011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A76966-9BC8-8D1D-84CB-01690796B9E7}"/>
              </a:ext>
            </a:extLst>
          </p:cNvPr>
          <p:cNvSpPr>
            <a:spLocks noGrp="1"/>
          </p:cNvSpPr>
          <p:nvPr>
            <p:ph type="dt" sz="half" idx="10"/>
          </p:nvPr>
        </p:nvSpPr>
        <p:spPr/>
        <p:txBody>
          <a:bodyPr/>
          <a:lstStyle/>
          <a:p>
            <a:pPr>
              <a:defRPr/>
            </a:pPr>
            <a:endParaRPr lang="en-US" altLang="zh-CN"/>
          </a:p>
        </p:txBody>
      </p:sp>
      <p:sp>
        <p:nvSpPr>
          <p:cNvPr id="4" name="Footer Placeholder 3">
            <a:extLst>
              <a:ext uri="{FF2B5EF4-FFF2-40B4-BE49-F238E27FC236}">
                <a16:creationId xmlns:a16="http://schemas.microsoft.com/office/drawing/2014/main" id="{81C848F3-D37A-4CA9-254D-F89B4504292D}"/>
              </a:ext>
            </a:extLst>
          </p:cNvPr>
          <p:cNvSpPr>
            <a:spLocks noGrp="1"/>
          </p:cNvSpPr>
          <p:nvPr>
            <p:ph type="ftr" sz="quarter" idx="11"/>
          </p:nvPr>
        </p:nvSpPr>
        <p:spPr/>
        <p:txBody>
          <a:bodyPr/>
          <a:lstStyle/>
          <a:p>
            <a:pPr>
              <a:defRPr/>
            </a:pPr>
            <a:endParaRPr lang="en-US" altLang="zh-CN"/>
          </a:p>
        </p:txBody>
      </p:sp>
      <p:sp>
        <p:nvSpPr>
          <p:cNvPr id="5" name="Slide Number Placeholder 4">
            <a:extLst>
              <a:ext uri="{FF2B5EF4-FFF2-40B4-BE49-F238E27FC236}">
                <a16:creationId xmlns:a16="http://schemas.microsoft.com/office/drawing/2014/main" id="{5160FA2E-EED9-A637-453F-E684F279DD0C}"/>
              </a:ext>
            </a:extLst>
          </p:cNvPr>
          <p:cNvSpPr>
            <a:spLocks noGrp="1"/>
          </p:cNvSpPr>
          <p:nvPr>
            <p:ph type="sldNum" sz="quarter" idx="12"/>
          </p:nvPr>
        </p:nvSpPr>
        <p:spPr/>
        <p:txBody>
          <a:bodyPr/>
          <a:lstStyle/>
          <a:p>
            <a:fld id="{70D757B5-3395-4EC7-A25C-53DFE322190F}" type="slidenum">
              <a:rPr lang="en-US" altLang="zh-CN" smtClean="0"/>
              <a:pPr/>
              <a:t>‹#›</a:t>
            </a:fld>
            <a:endParaRPr lang="en-US" altLang="zh-CN"/>
          </a:p>
        </p:txBody>
      </p:sp>
    </p:spTree>
    <p:extLst>
      <p:ext uri="{BB962C8B-B14F-4D97-AF65-F5344CB8AC3E}">
        <p14:creationId xmlns:p14="http://schemas.microsoft.com/office/powerpoint/2010/main" val="1095338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9B259-19E5-0EB0-EF48-100CB50DB30A}"/>
              </a:ext>
            </a:extLst>
          </p:cNvPr>
          <p:cNvSpPr>
            <a:spLocks noGrp="1"/>
          </p:cNvSpPr>
          <p:nvPr>
            <p:ph type="dt" sz="half" idx="10"/>
          </p:nvPr>
        </p:nvSpPr>
        <p:spPr/>
        <p:txBody>
          <a:bodyPr/>
          <a:lstStyle/>
          <a:p>
            <a:pPr>
              <a:defRPr/>
            </a:pPr>
            <a:endParaRPr lang="en-US" altLang="zh-CN"/>
          </a:p>
        </p:txBody>
      </p:sp>
      <p:sp>
        <p:nvSpPr>
          <p:cNvPr id="3" name="Footer Placeholder 2">
            <a:extLst>
              <a:ext uri="{FF2B5EF4-FFF2-40B4-BE49-F238E27FC236}">
                <a16:creationId xmlns:a16="http://schemas.microsoft.com/office/drawing/2014/main" id="{E45903C8-F91D-6136-A816-CC65AF95C499}"/>
              </a:ext>
            </a:extLst>
          </p:cNvPr>
          <p:cNvSpPr>
            <a:spLocks noGrp="1"/>
          </p:cNvSpPr>
          <p:nvPr>
            <p:ph type="ftr" sz="quarter" idx="11"/>
          </p:nvPr>
        </p:nvSpPr>
        <p:spPr/>
        <p:txBody>
          <a:bodyPr/>
          <a:lstStyle/>
          <a:p>
            <a:pPr>
              <a:defRPr/>
            </a:pPr>
            <a:endParaRPr lang="en-US" altLang="zh-CN"/>
          </a:p>
        </p:txBody>
      </p:sp>
      <p:sp>
        <p:nvSpPr>
          <p:cNvPr id="4" name="Slide Number Placeholder 3">
            <a:extLst>
              <a:ext uri="{FF2B5EF4-FFF2-40B4-BE49-F238E27FC236}">
                <a16:creationId xmlns:a16="http://schemas.microsoft.com/office/drawing/2014/main" id="{7DFF5741-5C36-8EE2-67E5-A8BADC497B67}"/>
              </a:ext>
            </a:extLst>
          </p:cNvPr>
          <p:cNvSpPr>
            <a:spLocks noGrp="1"/>
          </p:cNvSpPr>
          <p:nvPr>
            <p:ph type="sldNum" sz="quarter" idx="12"/>
          </p:nvPr>
        </p:nvSpPr>
        <p:spPr/>
        <p:txBody>
          <a:bodyPr/>
          <a:lstStyle/>
          <a:p>
            <a:fld id="{03DA38B8-F8C0-4B85-A092-4472F1EEDAFC}" type="slidenum">
              <a:rPr lang="en-US" altLang="zh-CN" smtClean="0"/>
              <a:pPr/>
              <a:t>‹#›</a:t>
            </a:fld>
            <a:endParaRPr lang="en-US" altLang="zh-CN"/>
          </a:p>
        </p:txBody>
      </p:sp>
    </p:spTree>
    <p:extLst>
      <p:ext uri="{BB962C8B-B14F-4D97-AF65-F5344CB8AC3E}">
        <p14:creationId xmlns:p14="http://schemas.microsoft.com/office/powerpoint/2010/main" val="2427022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2167-3F46-9C6F-8940-41812F2B66A4}"/>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D4D3CF-208F-81DD-E0E8-D282571BAFF2}"/>
              </a:ext>
            </a:extLst>
          </p:cNvPr>
          <p:cNvSpPr>
            <a:spLocks noGrp="1"/>
          </p:cNvSpPr>
          <p:nvPr>
            <p:ph idx="1"/>
          </p:nvPr>
        </p:nvSpPr>
        <p:spPr>
          <a:xfrm>
            <a:off x="13605869" y="5235184"/>
            <a:ext cx="16202025" cy="25839238"/>
          </a:xfrm>
        </p:spPr>
        <p:txBody>
          <a:bodyPr/>
          <a:lstStyle>
            <a:lvl1pPr>
              <a:defRPr sz="8400"/>
            </a:lvl1pPr>
            <a:lvl2pPr>
              <a:defRPr sz="7350"/>
            </a:lvl2pPr>
            <a:lvl3pPr>
              <a:defRPr sz="6300"/>
            </a:lvl3pPr>
            <a:lvl4pPr>
              <a:defRPr sz="5250"/>
            </a:lvl4pPr>
            <a:lvl5pPr>
              <a:defRPr sz="5250"/>
            </a:lvl5pPr>
            <a:lvl6pPr>
              <a:defRPr sz="5250"/>
            </a:lvl6pPr>
            <a:lvl7pPr>
              <a:defRPr sz="5250"/>
            </a:lvl7pPr>
            <a:lvl8pPr>
              <a:defRPr sz="5250"/>
            </a:lvl8pPr>
            <a:lvl9pPr>
              <a:defRPr sz="5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B4CF0B-8D33-45C5-942D-6CD8ED9AF14A}"/>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7CDC7606-F254-D2CB-CA03-61C76F0BFC9C}"/>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20B93458-801F-FBB7-AFD4-65B365D0AE61}"/>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4ED1A54-BCE2-C732-32ED-0E53851B7DBC}"/>
              </a:ext>
            </a:extLst>
          </p:cNvPr>
          <p:cNvSpPr>
            <a:spLocks noGrp="1"/>
          </p:cNvSpPr>
          <p:nvPr>
            <p:ph type="sldNum" sz="quarter" idx="12"/>
          </p:nvPr>
        </p:nvSpPr>
        <p:spPr/>
        <p:txBody>
          <a:bodyPr/>
          <a:lstStyle/>
          <a:p>
            <a:fld id="{BA2ED376-DFAC-423C-9B3E-7CFD32B53ECF}" type="slidenum">
              <a:rPr lang="en-US" altLang="zh-CN" smtClean="0"/>
              <a:pPr/>
              <a:t>‹#›</a:t>
            </a:fld>
            <a:endParaRPr lang="en-US" altLang="zh-CN"/>
          </a:p>
        </p:txBody>
      </p:sp>
    </p:spTree>
    <p:extLst>
      <p:ext uri="{BB962C8B-B14F-4D97-AF65-F5344CB8AC3E}">
        <p14:creationId xmlns:p14="http://schemas.microsoft.com/office/powerpoint/2010/main" val="195999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9D6B-C901-A8E9-E61D-E9521B003E05}"/>
              </a:ext>
            </a:extLst>
          </p:cNvPr>
          <p:cNvSpPr>
            <a:spLocks noGrp="1"/>
          </p:cNvSpPr>
          <p:nvPr>
            <p:ph type="title"/>
          </p:nvPr>
        </p:nvSpPr>
        <p:spPr>
          <a:xfrm>
            <a:off x="2204445" y="2424007"/>
            <a:ext cx="10322122" cy="8484023"/>
          </a:xfrm>
        </p:spPr>
        <p:txBody>
          <a:bodyPr anchor="b"/>
          <a:lstStyle>
            <a:lvl1pPr>
              <a:defRPr sz="8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115998-7CDF-EC72-C7F2-6D83A662CF1E}"/>
              </a:ext>
            </a:extLst>
          </p:cNvPr>
          <p:cNvSpPr>
            <a:spLocks noGrp="1"/>
          </p:cNvSpPr>
          <p:nvPr>
            <p:ph type="pic" idx="1"/>
          </p:nvPr>
        </p:nvSpPr>
        <p:spPr>
          <a:xfrm>
            <a:off x="13605869" y="5235184"/>
            <a:ext cx="16202025" cy="25839238"/>
          </a:xfrm>
        </p:spPr>
        <p:txBody>
          <a:bodyPr/>
          <a:lstStyle>
            <a:lvl1pPr marL="0" indent="0">
              <a:buNone/>
              <a:defRPr sz="8400"/>
            </a:lvl1pPr>
            <a:lvl2pPr marL="1200150" indent="0">
              <a:buNone/>
              <a:defRPr sz="7350"/>
            </a:lvl2pPr>
            <a:lvl3pPr marL="2400300" indent="0">
              <a:buNone/>
              <a:defRPr sz="6300"/>
            </a:lvl3pPr>
            <a:lvl4pPr marL="3600450" indent="0">
              <a:buNone/>
              <a:defRPr sz="5250"/>
            </a:lvl4pPr>
            <a:lvl5pPr marL="4800600" indent="0">
              <a:buNone/>
              <a:defRPr sz="5250"/>
            </a:lvl5pPr>
            <a:lvl6pPr marL="6000750" indent="0">
              <a:buNone/>
              <a:defRPr sz="5250"/>
            </a:lvl6pPr>
            <a:lvl7pPr marL="7200900" indent="0">
              <a:buNone/>
              <a:defRPr sz="5250"/>
            </a:lvl7pPr>
            <a:lvl8pPr marL="8401050" indent="0">
              <a:buNone/>
              <a:defRPr sz="5250"/>
            </a:lvl8pPr>
            <a:lvl9pPr marL="9601200" indent="0">
              <a:buNone/>
              <a:defRPr sz="5250"/>
            </a:lvl9pPr>
          </a:lstStyle>
          <a:p>
            <a:endParaRPr lang="en-IN"/>
          </a:p>
        </p:txBody>
      </p:sp>
      <p:sp>
        <p:nvSpPr>
          <p:cNvPr id="4" name="Text Placeholder 3">
            <a:extLst>
              <a:ext uri="{FF2B5EF4-FFF2-40B4-BE49-F238E27FC236}">
                <a16:creationId xmlns:a16="http://schemas.microsoft.com/office/drawing/2014/main" id="{B36BEE82-604B-98D0-9315-323C8A373C40}"/>
              </a:ext>
            </a:extLst>
          </p:cNvPr>
          <p:cNvSpPr>
            <a:spLocks noGrp="1"/>
          </p:cNvSpPr>
          <p:nvPr>
            <p:ph type="body" sz="half" idx="2"/>
          </p:nvPr>
        </p:nvSpPr>
        <p:spPr>
          <a:xfrm>
            <a:off x="2204445" y="10908030"/>
            <a:ext cx="10322122" cy="20208475"/>
          </a:xfrm>
        </p:spPr>
        <p:txBody>
          <a:bodyPr/>
          <a:lstStyle>
            <a:lvl1pPr marL="0" indent="0">
              <a:buNone/>
              <a:defRPr sz="4200"/>
            </a:lvl1pPr>
            <a:lvl2pPr marL="1200150" indent="0">
              <a:buNone/>
              <a:defRPr sz="3675"/>
            </a:lvl2pPr>
            <a:lvl3pPr marL="2400300" indent="0">
              <a:buNone/>
              <a:defRPr sz="3150"/>
            </a:lvl3pPr>
            <a:lvl4pPr marL="3600450" indent="0">
              <a:buNone/>
              <a:defRPr sz="2625"/>
            </a:lvl4pPr>
            <a:lvl5pPr marL="4800600" indent="0">
              <a:buNone/>
              <a:defRPr sz="2625"/>
            </a:lvl5pPr>
            <a:lvl6pPr marL="6000750" indent="0">
              <a:buNone/>
              <a:defRPr sz="2625"/>
            </a:lvl6pPr>
            <a:lvl7pPr marL="7200900" indent="0">
              <a:buNone/>
              <a:defRPr sz="2625"/>
            </a:lvl7pPr>
            <a:lvl8pPr marL="8401050" indent="0">
              <a:buNone/>
              <a:defRPr sz="2625"/>
            </a:lvl8pPr>
            <a:lvl9pPr marL="9601200" indent="0">
              <a:buNone/>
              <a:defRPr sz="2625"/>
            </a:lvl9pPr>
          </a:lstStyle>
          <a:p>
            <a:pPr lvl="0"/>
            <a:r>
              <a:rPr lang="en-US"/>
              <a:t>Click to edit Master text styles</a:t>
            </a:r>
          </a:p>
        </p:txBody>
      </p:sp>
      <p:sp>
        <p:nvSpPr>
          <p:cNvPr id="5" name="Date Placeholder 4">
            <a:extLst>
              <a:ext uri="{FF2B5EF4-FFF2-40B4-BE49-F238E27FC236}">
                <a16:creationId xmlns:a16="http://schemas.microsoft.com/office/drawing/2014/main" id="{C2C8BA8B-D97E-1F36-800A-AF7940B714A7}"/>
              </a:ext>
            </a:extLst>
          </p:cNvPr>
          <p:cNvSpPr>
            <a:spLocks noGrp="1"/>
          </p:cNvSpPr>
          <p:nvPr>
            <p:ph type="dt" sz="half" idx="10"/>
          </p:nvPr>
        </p:nvSpPr>
        <p:spPr/>
        <p:txBody>
          <a:bodyPr/>
          <a:lstStyle/>
          <a:p>
            <a:pPr>
              <a:defRPr/>
            </a:pPr>
            <a:endParaRPr lang="en-US" altLang="zh-CN"/>
          </a:p>
        </p:txBody>
      </p:sp>
      <p:sp>
        <p:nvSpPr>
          <p:cNvPr id="6" name="Footer Placeholder 5">
            <a:extLst>
              <a:ext uri="{FF2B5EF4-FFF2-40B4-BE49-F238E27FC236}">
                <a16:creationId xmlns:a16="http://schemas.microsoft.com/office/drawing/2014/main" id="{F8782180-9585-75B4-3269-42885158A204}"/>
              </a:ext>
            </a:extLst>
          </p:cNvPr>
          <p:cNvSpPr>
            <a:spLocks noGrp="1"/>
          </p:cNvSpPr>
          <p:nvPr>
            <p:ph type="ftr" sz="quarter" idx="11"/>
          </p:nvPr>
        </p:nvSpPr>
        <p:spPr/>
        <p:txBody>
          <a:bodyPr/>
          <a:lstStyle/>
          <a:p>
            <a:pPr>
              <a:defRPr/>
            </a:pPr>
            <a:endParaRPr lang="en-US" altLang="zh-CN"/>
          </a:p>
        </p:txBody>
      </p:sp>
      <p:sp>
        <p:nvSpPr>
          <p:cNvPr id="7" name="Slide Number Placeholder 6">
            <a:extLst>
              <a:ext uri="{FF2B5EF4-FFF2-40B4-BE49-F238E27FC236}">
                <a16:creationId xmlns:a16="http://schemas.microsoft.com/office/drawing/2014/main" id="{2094D923-A223-B054-AC90-4001182D2098}"/>
              </a:ext>
            </a:extLst>
          </p:cNvPr>
          <p:cNvSpPr>
            <a:spLocks noGrp="1"/>
          </p:cNvSpPr>
          <p:nvPr>
            <p:ph type="sldNum" sz="quarter" idx="12"/>
          </p:nvPr>
        </p:nvSpPr>
        <p:spPr/>
        <p:txBody>
          <a:bodyPr/>
          <a:lstStyle/>
          <a:p>
            <a:fld id="{59CD2008-6B2E-4E35-B5DB-FCAB12E44FEF}" type="slidenum">
              <a:rPr lang="en-US" altLang="zh-CN" smtClean="0"/>
              <a:pPr/>
              <a:t>‹#›</a:t>
            </a:fld>
            <a:endParaRPr lang="en-US" altLang="zh-CN"/>
          </a:p>
        </p:txBody>
      </p:sp>
    </p:spTree>
    <p:extLst>
      <p:ext uri="{BB962C8B-B14F-4D97-AF65-F5344CB8AC3E}">
        <p14:creationId xmlns:p14="http://schemas.microsoft.com/office/powerpoint/2010/main" val="3143243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D58F4-FB85-BD70-189A-D483A05C83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22E61F-88D4-FB2E-CD44-27B7EDDB69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6EBA1D-1581-F9B7-303F-BFB6B6AABB2E}"/>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B97BD1FE-CC62-9FAD-60D8-06F84651A6E7}"/>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C2B0F1E9-98D1-300D-FDC9-83E4112122AC}"/>
              </a:ext>
            </a:extLst>
          </p:cNvPr>
          <p:cNvSpPr>
            <a:spLocks noGrp="1"/>
          </p:cNvSpPr>
          <p:nvPr>
            <p:ph type="sldNum" sz="quarter" idx="12"/>
          </p:nvPr>
        </p:nvSpPr>
        <p:spPr/>
        <p:txBody>
          <a:bodyPr/>
          <a:lstStyle/>
          <a:p>
            <a:fld id="{D4D3706F-022A-4C06-A89D-CC6518B0B387}" type="slidenum">
              <a:rPr lang="en-US" altLang="zh-CN" smtClean="0"/>
              <a:pPr/>
              <a:t>‹#›</a:t>
            </a:fld>
            <a:endParaRPr lang="en-US" altLang="zh-CN"/>
          </a:p>
        </p:txBody>
      </p:sp>
    </p:spTree>
    <p:extLst>
      <p:ext uri="{BB962C8B-B14F-4D97-AF65-F5344CB8AC3E}">
        <p14:creationId xmlns:p14="http://schemas.microsoft.com/office/powerpoint/2010/main" val="3653601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AC68F-C7DE-4CB6-EFB6-70133B634748}"/>
              </a:ext>
            </a:extLst>
          </p:cNvPr>
          <p:cNvSpPr>
            <a:spLocks noGrp="1"/>
          </p:cNvSpPr>
          <p:nvPr>
            <p:ph type="title" orient="vert"/>
          </p:nvPr>
        </p:nvSpPr>
        <p:spPr>
          <a:xfrm>
            <a:off x="22902862" y="1935839"/>
            <a:ext cx="6900863" cy="30813504"/>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06446E-371E-0A13-C193-A383F1CF0BC1}"/>
              </a:ext>
            </a:extLst>
          </p:cNvPr>
          <p:cNvSpPr>
            <a:spLocks noGrp="1"/>
          </p:cNvSpPr>
          <p:nvPr>
            <p:ph type="body" orient="vert" idx="1"/>
          </p:nvPr>
        </p:nvSpPr>
        <p:spPr>
          <a:xfrm>
            <a:off x="2200275" y="1935839"/>
            <a:ext cx="203025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589AC-01D3-F8AF-A550-2BA4E8C15EF3}"/>
              </a:ext>
            </a:extLst>
          </p:cNvPr>
          <p:cNvSpPr>
            <a:spLocks noGrp="1"/>
          </p:cNvSpPr>
          <p:nvPr>
            <p:ph type="dt" sz="half" idx="10"/>
          </p:nvPr>
        </p:nvSpPr>
        <p:spPr/>
        <p:txBody>
          <a:bodyPr/>
          <a:lstStyle/>
          <a:p>
            <a:pPr>
              <a:defRPr/>
            </a:pPr>
            <a:endParaRPr lang="en-US" altLang="zh-CN"/>
          </a:p>
        </p:txBody>
      </p:sp>
      <p:sp>
        <p:nvSpPr>
          <p:cNvPr id="5" name="Footer Placeholder 4">
            <a:extLst>
              <a:ext uri="{FF2B5EF4-FFF2-40B4-BE49-F238E27FC236}">
                <a16:creationId xmlns:a16="http://schemas.microsoft.com/office/drawing/2014/main" id="{5E78A061-59CE-E4D6-B72F-FD8D06E3259D}"/>
              </a:ext>
            </a:extLst>
          </p:cNvPr>
          <p:cNvSpPr>
            <a:spLocks noGrp="1"/>
          </p:cNvSpPr>
          <p:nvPr>
            <p:ph type="ftr" sz="quarter" idx="11"/>
          </p:nvPr>
        </p:nvSpPr>
        <p:spPr/>
        <p:txBody>
          <a:bodyPr/>
          <a:lstStyle/>
          <a:p>
            <a:pPr>
              <a:defRPr/>
            </a:pPr>
            <a:endParaRPr lang="en-US" altLang="zh-CN"/>
          </a:p>
        </p:txBody>
      </p:sp>
      <p:sp>
        <p:nvSpPr>
          <p:cNvPr id="6" name="Slide Number Placeholder 5">
            <a:extLst>
              <a:ext uri="{FF2B5EF4-FFF2-40B4-BE49-F238E27FC236}">
                <a16:creationId xmlns:a16="http://schemas.microsoft.com/office/drawing/2014/main" id="{08F990BD-2A94-5EDF-74C2-6FD0F3032231}"/>
              </a:ext>
            </a:extLst>
          </p:cNvPr>
          <p:cNvSpPr>
            <a:spLocks noGrp="1"/>
          </p:cNvSpPr>
          <p:nvPr>
            <p:ph type="sldNum" sz="quarter" idx="12"/>
          </p:nvPr>
        </p:nvSpPr>
        <p:spPr/>
        <p:txBody>
          <a:bodyPr/>
          <a:lstStyle/>
          <a:p>
            <a:fld id="{686FC460-F9B2-4FAC-8639-76A81A2F1E07}" type="slidenum">
              <a:rPr lang="en-US" altLang="zh-CN" smtClean="0"/>
              <a:pPr/>
              <a:t>‹#›</a:t>
            </a:fld>
            <a:endParaRPr lang="en-US" altLang="zh-CN"/>
          </a:p>
        </p:txBody>
      </p:sp>
    </p:spTree>
    <p:extLst>
      <p:ext uri="{BB962C8B-B14F-4D97-AF65-F5344CB8AC3E}">
        <p14:creationId xmlns:p14="http://schemas.microsoft.com/office/powerpoint/2010/main" val="1313932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5383A7-5145-A042-931A-E7F3E78679BC}"/>
              </a:ext>
            </a:extLst>
          </p:cNvPr>
          <p:cNvSpPr>
            <a:spLocks noGrp="1"/>
          </p:cNvSpPr>
          <p:nvPr>
            <p:ph type="title"/>
          </p:nvPr>
        </p:nvSpPr>
        <p:spPr>
          <a:xfrm>
            <a:off x="2200275" y="1935841"/>
            <a:ext cx="27603450" cy="7027939"/>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F06325-3E39-5C52-43FD-5F80F8534321}"/>
              </a:ext>
            </a:extLst>
          </p:cNvPr>
          <p:cNvSpPr>
            <a:spLocks noGrp="1"/>
          </p:cNvSpPr>
          <p:nvPr>
            <p:ph type="body" idx="1"/>
          </p:nvPr>
        </p:nvSpPr>
        <p:spPr>
          <a:xfrm>
            <a:off x="2200275" y="9679194"/>
            <a:ext cx="27603450"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B9A6AD-3B57-E5C3-EAB5-31CEBBF85DEB}"/>
              </a:ext>
            </a:extLst>
          </p:cNvPr>
          <p:cNvSpPr>
            <a:spLocks noGrp="1"/>
          </p:cNvSpPr>
          <p:nvPr>
            <p:ph type="dt" sz="half" idx="2"/>
          </p:nvPr>
        </p:nvSpPr>
        <p:spPr>
          <a:xfrm>
            <a:off x="2200275" y="33700428"/>
            <a:ext cx="7200900" cy="1935839"/>
          </a:xfrm>
          <a:prstGeom prst="rect">
            <a:avLst/>
          </a:prstGeom>
        </p:spPr>
        <p:txBody>
          <a:bodyPr vert="horz" lIns="91440" tIns="45720" rIns="91440" bIns="45720" rtlCol="0" anchor="ctr"/>
          <a:lstStyle>
            <a:lvl1pPr algn="l">
              <a:defRPr sz="3150">
                <a:solidFill>
                  <a:schemeClr val="tx1">
                    <a:tint val="75000"/>
                  </a:schemeClr>
                </a:solidFill>
              </a:defRPr>
            </a:lvl1pPr>
          </a:lstStyle>
          <a:p>
            <a:pPr>
              <a:defRPr/>
            </a:pPr>
            <a:endParaRPr lang="en-US" altLang="zh-CN"/>
          </a:p>
        </p:txBody>
      </p:sp>
      <p:sp>
        <p:nvSpPr>
          <p:cNvPr id="5" name="Footer Placeholder 4">
            <a:extLst>
              <a:ext uri="{FF2B5EF4-FFF2-40B4-BE49-F238E27FC236}">
                <a16:creationId xmlns:a16="http://schemas.microsoft.com/office/drawing/2014/main" id="{EDC7D529-E5FD-13BE-6F58-91565EF2BF27}"/>
              </a:ext>
            </a:extLst>
          </p:cNvPr>
          <p:cNvSpPr>
            <a:spLocks noGrp="1"/>
          </p:cNvSpPr>
          <p:nvPr>
            <p:ph type="ftr" sz="quarter" idx="3"/>
          </p:nvPr>
        </p:nvSpPr>
        <p:spPr>
          <a:xfrm>
            <a:off x="10601325" y="33700428"/>
            <a:ext cx="10801350" cy="1935839"/>
          </a:xfrm>
          <a:prstGeom prst="rect">
            <a:avLst/>
          </a:prstGeom>
        </p:spPr>
        <p:txBody>
          <a:bodyPr vert="horz" lIns="91440" tIns="45720" rIns="91440" bIns="45720" rtlCol="0" anchor="ctr"/>
          <a:lstStyle>
            <a:lvl1pPr algn="ctr">
              <a:defRPr sz="3150">
                <a:solidFill>
                  <a:schemeClr val="tx1">
                    <a:tint val="75000"/>
                  </a:schemeClr>
                </a:solidFill>
              </a:defRPr>
            </a:lvl1pPr>
          </a:lstStyle>
          <a:p>
            <a:pPr>
              <a:defRPr/>
            </a:pPr>
            <a:endParaRPr lang="en-US" altLang="zh-CN"/>
          </a:p>
        </p:txBody>
      </p:sp>
      <p:sp>
        <p:nvSpPr>
          <p:cNvPr id="6" name="Slide Number Placeholder 5">
            <a:extLst>
              <a:ext uri="{FF2B5EF4-FFF2-40B4-BE49-F238E27FC236}">
                <a16:creationId xmlns:a16="http://schemas.microsoft.com/office/drawing/2014/main" id="{7FD0D7D2-D5C8-EEA4-91BF-44E4FA2E193A}"/>
              </a:ext>
            </a:extLst>
          </p:cNvPr>
          <p:cNvSpPr>
            <a:spLocks noGrp="1"/>
          </p:cNvSpPr>
          <p:nvPr>
            <p:ph type="sldNum" sz="quarter" idx="4"/>
          </p:nvPr>
        </p:nvSpPr>
        <p:spPr>
          <a:xfrm>
            <a:off x="22602825" y="33700428"/>
            <a:ext cx="7200900" cy="1935839"/>
          </a:xfrm>
          <a:prstGeom prst="rect">
            <a:avLst/>
          </a:prstGeom>
        </p:spPr>
        <p:txBody>
          <a:bodyPr vert="horz" lIns="91440" tIns="45720" rIns="91440" bIns="45720" rtlCol="0" anchor="ctr"/>
          <a:lstStyle>
            <a:lvl1pPr algn="r">
              <a:defRPr sz="3150">
                <a:solidFill>
                  <a:schemeClr val="tx1">
                    <a:tint val="75000"/>
                  </a:schemeClr>
                </a:solidFill>
              </a:defRPr>
            </a:lvl1pPr>
          </a:lstStyle>
          <a:p>
            <a:fld id="{99B2E749-6C7C-465B-A61C-951C49A85D32}" type="slidenum">
              <a:rPr lang="en-US" altLang="zh-CN" smtClean="0"/>
              <a:pPr/>
              <a:t>‹#›</a:t>
            </a:fld>
            <a:endParaRPr lang="en-US" altLang="zh-CN"/>
          </a:p>
        </p:txBody>
      </p:sp>
    </p:spTree>
    <p:extLst>
      <p:ext uri="{BB962C8B-B14F-4D97-AF65-F5344CB8AC3E}">
        <p14:creationId xmlns:p14="http://schemas.microsoft.com/office/powerpoint/2010/main" val="2783803302"/>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defTabSz="2400300" rtl="0" eaLnBrk="1" latinLnBrk="0" hangingPunct="1">
        <a:lnSpc>
          <a:spcPct val="90000"/>
        </a:lnSpc>
        <a:spcBef>
          <a:spcPct val="0"/>
        </a:spcBef>
        <a:buNone/>
        <a:defRPr sz="11550" kern="1200">
          <a:solidFill>
            <a:schemeClr val="tx1"/>
          </a:solidFill>
          <a:latin typeface="+mj-lt"/>
          <a:ea typeface="+mj-ea"/>
          <a:cs typeface="+mj-cs"/>
        </a:defRPr>
      </a:lvl1pPr>
    </p:titleStyle>
    <p:bodyStyle>
      <a:lvl1pPr marL="600075" indent="-600075" algn="l" defTabSz="2400300" rtl="0" eaLnBrk="1" latinLnBrk="0" hangingPunct="1">
        <a:lnSpc>
          <a:spcPct val="90000"/>
        </a:lnSpc>
        <a:spcBef>
          <a:spcPts val="2625"/>
        </a:spcBef>
        <a:buFont typeface="Arial" panose="020B0604020202020204" pitchFamily="34" charset="0"/>
        <a:buChar char="•"/>
        <a:defRPr sz="7350" kern="1200">
          <a:solidFill>
            <a:schemeClr val="tx1"/>
          </a:solidFill>
          <a:latin typeface="+mn-lt"/>
          <a:ea typeface="+mn-ea"/>
          <a:cs typeface="+mn-cs"/>
        </a:defRPr>
      </a:lvl1pPr>
      <a:lvl2pPr marL="1800225" indent="-600075" algn="l" defTabSz="2400300" rtl="0" eaLnBrk="1" latinLnBrk="0" hangingPunct="1">
        <a:lnSpc>
          <a:spcPct val="90000"/>
        </a:lnSpc>
        <a:spcBef>
          <a:spcPts val="1313"/>
        </a:spcBef>
        <a:buFont typeface="Arial" panose="020B0604020202020204" pitchFamily="34" charset="0"/>
        <a:buChar char="•"/>
        <a:defRPr sz="6300" kern="1200">
          <a:solidFill>
            <a:schemeClr val="tx1"/>
          </a:solidFill>
          <a:latin typeface="+mn-lt"/>
          <a:ea typeface="+mn-ea"/>
          <a:cs typeface="+mn-cs"/>
        </a:defRPr>
      </a:lvl2pPr>
      <a:lvl3pPr marL="3000375" indent="-600075" algn="l" defTabSz="2400300" rtl="0" eaLnBrk="1" latinLnBrk="0" hangingPunct="1">
        <a:lnSpc>
          <a:spcPct val="90000"/>
        </a:lnSpc>
        <a:spcBef>
          <a:spcPts val="1313"/>
        </a:spcBef>
        <a:buFont typeface="Arial" panose="020B0604020202020204" pitchFamily="34" charset="0"/>
        <a:buChar char="•"/>
        <a:defRPr sz="5250" kern="1200">
          <a:solidFill>
            <a:schemeClr val="tx1"/>
          </a:solidFill>
          <a:latin typeface="+mn-lt"/>
          <a:ea typeface="+mn-ea"/>
          <a:cs typeface="+mn-cs"/>
        </a:defRPr>
      </a:lvl3pPr>
      <a:lvl4pPr marL="42005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4pPr>
      <a:lvl5pPr marL="54006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5pPr>
      <a:lvl6pPr marL="66008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6pPr>
      <a:lvl7pPr marL="78009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7pPr>
      <a:lvl8pPr marL="900112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8pPr>
      <a:lvl9pPr marL="10201275" indent="-600075" algn="l" defTabSz="2400300" rtl="0" eaLnBrk="1" latinLnBrk="0" hangingPunct="1">
        <a:lnSpc>
          <a:spcPct val="90000"/>
        </a:lnSpc>
        <a:spcBef>
          <a:spcPts val="1313"/>
        </a:spcBef>
        <a:buFont typeface="Arial" panose="020B0604020202020204" pitchFamily="34" charset="0"/>
        <a:buChar char="•"/>
        <a:defRPr sz="4725" kern="1200">
          <a:solidFill>
            <a:schemeClr val="tx1"/>
          </a:solidFill>
          <a:latin typeface="+mn-lt"/>
          <a:ea typeface="+mn-ea"/>
          <a:cs typeface="+mn-cs"/>
        </a:defRPr>
      </a:lvl9pPr>
    </p:bodyStyle>
    <p:otherStyle>
      <a:defPPr>
        <a:defRPr lang="en-US"/>
      </a:defPPr>
      <a:lvl1pPr marL="0" algn="l" defTabSz="2400300" rtl="0" eaLnBrk="1" latinLnBrk="0" hangingPunct="1">
        <a:defRPr sz="4725" kern="1200">
          <a:solidFill>
            <a:schemeClr val="tx1"/>
          </a:solidFill>
          <a:latin typeface="+mn-lt"/>
          <a:ea typeface="+mn-ea"/>
          <a:cs typeface="+mn-cs"/>
        </a:defRPr>
      </a:lvl1pPr>
      <a:lvl2pPr marL="1200150" algn="l" defTabSz="2400300" rtl="0" eaLnBrk="1" latinLnBrk="0" hangingPunct="1">
        <a:defRPr sz="4725" kern="1200">
          <a:solidFill>
            <a:schemeClr val="tx1"/>
          </a:solidFill>
          <a:latin typeface="+mn-lt"/>
          <a:ea typeface="+mn-ea"/>
          <a:cs typeface="+mn-cs"/>
        </a:defRPr>
      </a:lvl2pPr>
      <a:lvl3pPr marL="2400300" algn="l" defTabSz="2400300" rtl="0" eaLnBrk="1" latinLnBrk="0" hangingPunct="1">
        <a:defRPr sz="4725" kern="1200">
          <a:solidFill>
            <a:schemeClr val="tx1"/>
          </a:solidFill>
          <a:latin typeface="+mn-lt"/>
          <a:ea typeface="+mn-ea"/>
          <a:cs typeface="+mn-cs"/>
        </a:defRPr>
      </a:lvl3pPr>
      <a:lvl4pPr marL="3600450" algn="l" defTabSz="2400300" rtl="0" eaLnBrk="1" latinLnBrk="0" hangingPunct="1">
        <a:defRPr sz="4725" kern="1200">
          <a:solidFill>
            <a:schemeClr val="tx1"/>
          </a:solidFill>
          <a:latin typeface="+mn-lt"/>
          <a:ea typeface="+mn-ea"/>
          <a:cs typeface="+mn-cs"/>
        </a:defRPr>
      </a:lvl4pPr>
      <a:lvl5pPr marL="4800600" algn="l" defTabSz="2400300" rtl="0" eaLnBrk="1" latinLnBrk="0" hangingPunct="1">
        <a:defRPr sz="4725" kern="1200">
          <a:solidFill>
            <a:schemeClr val="tx1"/>
          </a:solidFill>
          <a:latin typeface="+mn-lt"/>
          <a:ea typeface="+mn-ea"/>
          <a:cs typeface="+mn-cs"/>
        </a:defRPr>
      </a:lvl5pPr>
      <a:lvl6pPr marL="6000750" algn="l" defTabSz="2400300" rtl="0" eaLnBrk="1" latinLnBrk="0" hangingPunct="1">
        <a:defRPr sz="4725" kern="1200">
          <a:solidFill>
            <a:schemeClr val="tx1"/>
          </a:solidFill>
          <a:latin typeface="+mn-lt"/>
          <a:ea typeface="+mn-ea"/>
          <a:cs typeface="+mn-cs"/>
        </a:defRPr>
      </a:lvl6pPr>
      <a:lvl7pPr marL="7200900" algn="l" defTabSz="2400300" rtl="0" eaLnBrk="1" latinLnBrk="0" hangingPunct="1">
        <a:defRPr sz="4725" kern="1200">
          <a:solidFill>
            <a:schemeClr val="tx1"/>
          </a:solidFill>
          <a:latin typeface="+mn-lt"/>
          <a:ea typeface="+mn-ea"/>
          <a:cs typeface="+mn-cs"/>
        </a:defRPr>
      </a:lvl7pPr>
      <a:lvl8pPr marL="8401050" algn="l" defTabSz="2400300" rtl="0" eaLnBrk="1" latinLnBrk="0" hangingPunct="1">
        <a:defRPr sz="4725" kern="1200">
          <a:solidFill>
            <a:schemeClr val="tx1"/>
          </a:solidFill>
          <a:latin typeface="+mn-lt"/>
          <a:ea typeface="+mn-ea"/>
          <a:cs typeface="+mn-cs"/>
        </a:defRPr>
      </a:lvl8pPr>
      <a:lvl9pPr marL="9601200" algn="l" defTabSz="2400300" rtl="0" eaLnBrk="1" latinLnBrk="0" hangingPunct="1">
        <a:defRPr sz="47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EF76E770-5D0E-2139-C0DA-8CD410A9AB12}"/>
              </a:ext>
            </a:extLst>
          </p:cNvPr>
          <p:cNvSpPr txBox="1"/>
          <p:nvPr/>
        </p:nvSpPr>
        <p:spPr>
          <a:xfrm>
            <a:off x="226185" y="5341402"/>
            <a:ext cx="6104428" cy="938719"/>
          </a:xfrm>
          <a:prstGeom prst="rect">
            <a:avLst/>
          </a:prstGeom>
          <a:noFill/>
        </p:spPr>
        <p:txBody>
          <a:bodyPr wrap="none" rtlCol="0">
            <a:spAutoFit/>
          </a:bodyPr>
          <a:lstStyle/>
          <a:p>
            <a:r>
              <a:rPr lang="en-IN" sz="5500" dirty="0"/>
              <a:t>Insert your text Here</a:t>
            </a:r>
          </a:p>
        </p:txBody>
      </p:sp>
      <p:sp>
        <p:nvSpPr>
          <p:cNvPr id="24" name="TextBox 23">
            <a:extLst>
              <a:ext uri="{FF2B5EF4-FFF2-40B4-BE49-F238E27FC236}">
                <a16:creationId xmlns:a16="http://schemas.microsoft.com/office/drawing/2014/main" id="{230414B0-D3BD-17EC-53D9-23D7F68E17C3}"/>
              </a:ext>
            </a:extLst>
          </p:cNvPr>
          <p:cNvSpPr txBox="1"/>
          <p:nvPr/>
        </p:nvSpPr>
        <p:spPr>
          <a:xfrm>
            <a:off x="348508" y="19230032"/>
            <a:ext cx="6104428" cy="938719"/>
          </a:xfrm>
          <a:prstGeom prst="rect">
            <a:avLst/>
          </a:prstGeom>
          <a:noFill/>
        </p:spPr>
        <p:txBody>
          <a:bodyPr wrap="none" rtlCol="0">
            <a:spAutoFit/>
          </a:bodyPr>
          <a:lstStyle/>
          <a:p>
            <a:r>
              <a:rPr lang="en-IN" sz="5500" dirty="0"/>
              <a:t>Insert your text Here</a:t>
            </a:r>
          </a:p>
        </p:txBody>
      </p:sp>
      <p:sp>
        <p:nvSpPr>
          <p:cNvPr id="26" name="TextBox 25">
            <a:extLst>
              <a:ext uri="{FF2B5EF4-FFF2-40B4-BE49-F238E27FC236}">
                <a16:creationId xmlns:a16="http://schemas.microsoft.com/office/drawing/2014/main" id="{574C18CB-4DC5-8CB0-1347-EAA58038E24A}"/>
              </a:ext>
            </a:extLst>
          </p:cNvPr>
          <p:cNvSpPr txBox="1"/>
          <p:nvPr/>
        </p:nvSpPr>
        <p:spPr>
          <a:xfrm>
            <a:off x="11148182" y="5341402"/>
            <a:ext cx="6104428" cy="938719"/>
          </a:xfrm>
          <a:prstGeom prst="rect">
            <a:avLst/>
          </a:prstGeom>
          <a:noFill/>
        </p:spPr>
        <p:txBody>
          <a:bodyPr wrap="none" rtlCol="0">
            <a:spAutoFit/>
          </a:bodyPr>
          <a:lstStyle/>
          <a:p>
            <a:r>
              <a:rPr lang="en-IN" sz="5500" dirty="0"/>
              <a:t>Insert your text Here</a:t>
            </a:r>
          </a:p>
        </p:txBody>
      </p:sp>
      <p:sp>
        <p:nvSpPr>
          <p:cNvPr id="28" name="TextBox 27">
            <a:extLst>
              <a:ext uri="{FF2B5EF4-FFF2-40B4-BE49-F238E27FC236}">
                <a16:creationId xmlns:a16="http://schemas.microsoft.com/office/drawing/2014/main" id="{5909496C-6BB1-7E9C-7EE6-4AB8CB0E9AA0}"/>
              </a:ext>
            </a:extLst>
          </p:cNvPr>
          <p:cNvSpPr txBox="1"/>
          <p:nvPr/>
        </p:nvSpPr>
        <p:spPr>
          <a:xfrm>
            <a:off x="21488398" y="5341402"/>
            <a:ext cx="6104428" cy="938719"/>
          </a:xfrm>
          <a:prstGeom prst="rect">
            <a:avLst/>
          </a:prstGeom>
          <a:noFill/>
        </p:spPr>
        <p:txBody>
          <a:bodyPr wrap="none" rtlCol="0">
            <a:spAutoFit/>
          </a:bodyPr>
          <a:lstStyle/>
          <a:p>
            <a:r>
              <a:rPr lang="en-IN" sz="5500" dirty="0"/>
              <a:t>Insert your text Here</a:t>
            </a:r>
          </a:p>
        </p:txBody>
      </p:sp>
      <p:sp>
        <p:nvSpPr>
          <p:cNvPr id="30" name="TextBox 29">
            <a:extLst>
              <a:ext uri="{FF2B5EF4-FFF2-40B4-BE49-F238E27FC236}">
                <a16:creationId xmlns:a16="http://schemas.microsoft.com/office/drawing/2014/main" id="{4F64F2CD-6919-0659-0452-9C53AB1D7206}"/>
              </a:ext>
            </a:extLst>
          </p:cNvPr>
          <p:cNvSpPr txBox="1"/>
          <p:nvPr/>
        </p:nvSpPr>
        <p:spPr>
          <a:xfrm>
            <a:off x="11125200" y="25647650"/>
            <a:ext cx="6104428" cy="938719"/>
          </a:xfrm>
          <a:prstGeom prst="rect">
            <a:avLst/>
          </a:prstGeom>
          <a:noFill/>
        </p:spPr>
        <p:txBody>
          <a:bodyPr wrap="none" rtlCol="0">
            <a:spAutoFit/>
          </a:bodyPr>
          <a:lstStyle/>
          <a:p>
            <a:r>
              <a:rPr lang="en-IN" sz="5500" dirty="0"/>
              <a:t>Insert your text Here</a:t>
            </a:r>
          </a:p>
        </p:txBody>
      </p:sp>
      <p:grpSp>
        <p:nvGrpSpPr>
          <p:cNvPr id="33" name="Group 32">
            <a:extLst>
              <a:ext uri="{FF2B5EF4-FFF2-40B4-BE49-F238E27FC236}">
                <a16:creationId xmlns:a16="http://schemas.microsoft.com/office/drawing/2014/main" id="{28DD590F-761F-34F1-DE44-8F578D98F820}"/>
              </a:ext>
            </a:extLst>
          </p:cNvPr>
          <p:cNvGrpSpPr/>
          <p:nvPr/>
        </p:nvGrpSpPr>
        <p:grpSpPr>
          <a:xfrm>
            <a:off x="30480" y="-31750"/>
            <a:ext cx="32004000" cy="36360098"/>
            <a:chOff x="0" y="1"/>
            <a:chExt cx="32004000" cy="36360098"/>
          </a:xfrm>
        </p:grpSpPr>
        <p:sp>
          <p:nvSpPr>
            <p:cNvPr id="12" name="Rectangle 11">
              <a:extLst>
                <a:ext uri="{FF2B5EF4-FFF2-40B4-BE49-F238E27FC236}">
                  <a16:creationId xmlns:a16="http://schemas.microsoft.com/office/drawing/2014/main" id="{FD4A362A-FBD5-E7E4-F5BF-7C1838844648}"/>
                </a:ext>
              </a:extLst>
            </p:cNvPr>
            <p:cNvSpPr/>
            <p:nvPr/>
          </p:nvSpPr>
          <p:spPr>
            <a:xfrm>
              <a:off x="0" y="2842026"/>
              <a:ext cx="32004000" cy="3351807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600" dirty="0"/>
            </a:p>
          </p:txBody>
        </p:sp>
        <p:sp>
          <p:nvSpPr>
            <p:cNvPr id="7" name="Rectangle 6">
              <a:extLst>
                <a:ext uri="{FF2B5EF4-FFF2-40B4-BE49-F238E27FC236}">
                  <a16:creationId xmlns:a16="http://schemas.microsoft.com/office/drawing/2014/main" id="{FA4C99A5-2D2A-0664-FDD2-FFD52F55F8C4}"/>
                </a:ext>
              </a:extLst>
            </p:cNvPr>
            <p:cNvSpPr/>
            <p:nvPr/>
          </p:nvSpPr>
          <p:spPr>
            <a:xfrm>
              <a:off x="0" y="1"/>
              <a:ext cx="32004000" cy="2842026"/>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Box 16">
              <a:extLst>
                <a:ext uri="{FF2B5EF4-FFF2-40B4-BE49-F238E27FC236}">
                  <a16:creationId xmlns:a16="http://schemas.microsoft.com/office/drawing/2014/main" id="{6A33F464-D1AA-71BD-E8E8-9E623AA4F989}"/>
                </a:ext>
              </a:extLst>
            </p:cNvPr>
            <p:cNvSpPr txBox="1">
              <a:spLocks noChangeArrowheads="1"/>
            </p:cNvSpPr>
            <p:nvPr/>
          </p:nvSpPr>
          <p:spPr bwMode="auto">
            <a:xfrm>
              <a:off x="6249068" y="513691"/>
              <a:ext cx="20431124" cy="167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spcBef>
                  <a:spcPts val="0"/>
                </a:spcBef>
              </a:pPr>
              <a:r>
                <a:rPr lang="en-US" altLang="zh-CN" sz="6000" baseline="0" dirty="0">
                  <a:latin typeface="Times New Roman" panose="02020603050405020304" pitchFamily="18" charset="0"/>
                  <a:ea typeface="SimSun" pitchFamily="2" charset="-122"/>
                  <a:cs typeface="Times New Roman" panose="02020603050405020304" pitchFamily="18" charset="0"/>
                </a:rPr>
                <a:t>SMART ENERGY METER FOR DOMESTIC UASAGES</a:t>
              </a:r>
            </a:p>
            <a:p>
              <a:pPr algn="ctr" eaLnBrk="1" hangingPunct="1">
                <a:spcBef>
                  <a:spcPts val="0"/>
                </a:spcBef>
              </a:pPr>
              <a:endParaRPr lang="en-US" altLang="zh-CN" sz="4521" baseline="0" dirty="0">
                <a:latin typeface="Times New Roman" panose="02020603050405020304" pitchFamily="18" charset="0"/>
                <a:ea typeface="SimSun" pitchFamily="2" charset="-122"/>
                <a:cs typeface="Times New Roman" panose="02020603050405020304" pitchFamily="18" charset="0"/>
              </a:endParaRPr>
            </a:p>
          </p:txBody>
        </p:sp>
        <p:sp>
          <p:nvSpPr>
            <p:cNvPr id="3" name="Text Box 18">
              <a:extLst>
                <a:ext uri="{FF2B5EF4-FFF2-40B4-BE49-F238E27FC236}">
                  <a16:creationId xmlns:a16="http://schemas.microsoft.com/office/drawing/2014/main" id="{690F19EB-303E-AEB7-52BB-F28B25A828BC}"/>
                </a:ext>
              </a:extLst>
            </p:cNvPr>
            <p:cNvSpPr txBox="1">
              <a:spLocks noChangeArrowheads="1"/>
            </p:cNvSpPr>
            <p:nvPr/>
          </p:nvSpPr>
          <p:spPr bwMode="auto">
            <a:xfrm>
              <a:off x="2763791" y="30316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6" name="Text Box 18">
              <a:extLst>
                <a:ext uri="{FF2B5EF4-FFF2-40B4-BE49-F238E27FC236}">
                  <a16:creationId xmlns:a16="http://schemas.microsoft.com/office/drawing/2014/main" id="{2B204EB5-8496-83FD-C136-E3683E982639}"/>
                </a:ext>
              </a:extLst>
            </p:cNvPr>
            <p:cNvSpPr txBox="1">
              <a:spLocks noChangeArrowheads="1"/>
            </p:cNvSpPr>
            <p:nvPr/>
          </p:nvSpPr>
          <p:spPr bwMode="auto">
            <a:xfrm>
              <a:off x="2196036" y="3873287"/>
              <a:ext cx="27241501" cy="505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4500" baseline="0" dirty="0">
                  <a:latin typeface="Times New Roman" panose="02020603050405020304" pitchFamily="18" charset="0"/>
                  <a:ea typeface="SimSun" pitchFamily="2" charset="-122"/>
                  <a:cs typeface="Times New Roman" panose="02020603050405020304" pitchFamily="18" charset="0"/>
                </a:rPr>
                <a:t>Supervisor : Dr. P Sundararaman</a:t>
              </a:r>
            </a:p>
          </p:txBody>
        </p:sp>
        <p:sp>
          <p:nvSpPr>
            <p:cNvPr id="14" name="Rectangle: Rounded Corners 13">
              <a:extLst>
                <a:ext uri="{FF2B5EF4-FFF2-40B4-BE49-F238E27FC236}">
                  <a16:creationId xmlns:a16="http://schemas.microsoft.com/office/drawing/2014/main" id="{0F391B89-288B-55E3-59B4-96DD91436B8B}"/>
                </a:ext>
              </a:extLst>
            </p:cNvPr>
            <p:cNvSpPr/>
            <p:nvPr/>
          </p:nvSpPr>
          <p:spPr>
            <a:xfrm>
              <a:off x="200785" y="4489851"/>
              <a:ext cx="10391013" cy="13154693"/>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F0006A55-82E5-5FDD-4A12-734471761870}"/>
                </a:ext>
              </a:extLst>
            </p:cNvPr>
            <p:cNvSpPr/>
            <p:nvPr/>
          </p:nvSpPr>
          <p:spPr>
            <a:xfrm>
              <a:off x="200785" y="17951449"/>
              <a:ext cx="10391013" cy="18088307"/>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74C8347B-1787-16B7-F344-B2442882627C}"/>
                </a:ext>
              </a:extLst>
            </p:cNvPr>
            <p:cNvSpPr/>
            <p:nvPr/>
          </p:nvSpPr>
          <p:spPr>
            <a:xfrm>
              <a:off x="10896600" y="4639936"/>
              <a:ext cx="9857616" cy="19744114"/>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84844E32-52C4-C98F-4E3C-FF1609C7EBC7}"/>
                </a:ext>
              </a:extLst>
            </p:cNvPr>
            <p:cNvSpPr/>
            <p:nvPr/>
          </p:nvSpPr>
          <p:spPr>
            <a:xfrm>
              <a:off x="20935547" y="4687525"/>
              <a:ext cx="10515597" cy="10583543"/>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1C7DBA8-B523-3CEF-F0A0-D21A8317C1B8}"/>
                </a:ext>
              </a:extLst>
            </p:cNvPr>
            <p:cNvSpPr/>
            <p:nvPr/>
          </p:nvSpPr>
          <p:spPr>
            <a:xfrm>
              <a:off x="10896600" y="29337002"/>
              <a:ext cx="20678015" cy="4048674"/>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56456D07-662D-81A0-41A8-A827A4F743A7}"/>
                </a:ext>
              </a:extLst>
            </p:cNvPr>
            <p:cNvSpPr/>
            <p:nvPr/>
          </p:nvSpPr>
          <p:spPr>
            <a:xfrm>
              <a:off x="10896600" y="24579165"/>
              <a:ext cx="20678015" cy="4529236"/>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Text Box 18">
              <a:extLst>
                <a:ext uri="{FF2B5EF4-FFF2-40B4-BE49-F238E27FC236}">
                  <a16:creationId xmlns:a16="http://schemas.microsoft.com/office/drawing/2014/main" id="{29D071B0-8C1C-D71C-5C5D-1B2ABBC08C97}"/>
                </a:ext>
              </a:extLst>
            </p:cNvPr>
            <p:cNvSpPr txBox="1">
              <a:spLocks noChangeArrowheads="1"/>
            </p:cNvSpPr>
            <p:nvPr/>
          </p:nvSpPr>
          <p:spPr bwMode="auto">
            <a:xfrm>
              <a:off x="2916191" y="3184004"/>
              <a:ext cx="27241501" cy="42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8279" tIns="29145" rIns="58279" bIns="29145">
              <a:spAutoFit/>
            </a:bodyPr>
            <a:lstStyle>
              <a:lvl1pPr defTabSz="5016500" eaLnBrk="0" hangingPunct="0">
                <a:defRPr sz="4000" b="1" baseline="-25000">
                  <a:solidFill>
                    <a:schemeClr val="tx1"/>
                  </a:solidFill>
                  <a:latin typeface="Arial" pitchFamily="34" charset="0"/>
                  <a:ea typeface="MS PGothic" pitchFamily="34" charset="-128"/>
                </a:defRPr>
              </a:lvl1pPr>
              <a:lvl2pPr marL="742950" indent="-285750" defTabSz="5016500" eaLnBrk="0" hangingPunct="0">
                <a:defRPr sz="4000" b="1" baseline="-25000">
                  <a:solidFill>
                    <a:schemeClr val="tx1"/>
                  </a:solidFill>
                  <a:latin typeface="Arial" pitchFamily="34" charset="0"/>
                  <a:ea typeface="MS PGothic" pitchFamily="34" charset="-128"/>
                </a:defRPr>
              </a:lvl2pPr>
              <a:lvl3pPr marL="1143000" indent="-228600" defTabSz="5016500" eaLnBrk="0" hangingPunct="0">
                <a:defRPr sz="4000" b="1" baseline="-25000">
                  <a:solidFill>
                    <a:schemeClr val="tx1"/>
                  </a:solidFill>
                  <a:latin typeface="Arial" pitchFamily="34" charset="0"/>
                  <a:ea typeface="MS PGothic" pitchFamily="34" charset="-128"/>
                </a:defRPr>
              </a:lvl3pPr>
              <a:lvl4pPr marL="1600200" indent="-228600" defTabSz="5016500" eaLnBrk="0" hangingPunct="0">
                <a:defRPr sz="4000" b="1" baseline="-25000">
                  <a:solidFill>
                    <a:schemeClr val="tx1"/>
                  </a:solidFill>
                  <a:latin typeface="Arial" pitchFamily="34" charset="0"/>
                  <a:ea typeface="MS PGothic" pitchFamily="34" charset="-128"/>
                </a:defRPr>
              </a:lvl4pPr>
              <a:lvl5pPr marL="2057400" indent="-228600" defTabSz="5016500" eaLnBrk="0" hangingPunct="0">
                <a:defRPr sz="4000" b="1" baseline="-25000">
                  <a:solidFill>
                    <a:schemeClr val="tx1"/>
                  </a:solidFill>
                  <a:latin typeface="Arial" pitchFamily="34" charset="0"/>
                  <a:ea typeface="MS PGothic" pitchFamily="34" charset="-128"/>
                </a:defRPr>
              </a:lvl5pPr>
              <a:lvl6pPr marL="25146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6pPr>
              <a:lvl7pPr marL="29718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7pPr>
              <a:lvl8pPr marL="34290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8pPr>
              <a:lvl9pPr marL="3886200" indent="-228600" defTabSz="5016500" eaLnBrk="0" fontAlgn="base" hangingPunct="0">
                <a:spcBef>
                  <a:spcPct val="0"/>
                </a:spcBef>
                <a:spcAft>
                  <a:spcPct val="0"/>
                </a:spcAft>
                <a:defRPr sz="4000" b="1" baseline="-25000">
                  <a:solidFill>
                    <a:schemeClr val="tx1"/>
                  </a:solidFill>
                  <a:latin typeface="Arial" pitchFamily="34" charset="0"/>
                  <a:ea typeface="MS PGothic" pitchFamily="34" charset="-128"/>
                </a:defRPr>
              </a:lvl9pPr>
            </a:lstStyle>
            <a:p>
              <a:pPr algn="ctr" eaLnBrk="1" hangingPunct="1">
                <a:lnSpc>
                  <a:spcPct val="60000"/>
                </a:lnSpc>
                <a:spcBef>
                  <a:spcPct val="50000"/>
                </a:spcBef>
              </a:pPr>
              <a:r>
                <a:rPr lang="en-US" altLang="zh-CN" sz="3500" baseline="0" dirty="0">
                  <a:latin typeface="Poppins" panose="00000500000000000000" pitchFamily="2" charset="0"/>
                  <a:ea typeface="SimSun" pitchFamily="2" charset="-122"/>
                  <a:cs typeface="Poppins" panose="00000500000000000000" pitchFamily="2" charset="0"/>
                </a:rPr>
                <a:t>.  </a:t>
              </a:r>
            </a:p>
          </p:txBody>
        </p:sp>
        <p:sp>
          <p:nvSpPr>
            <p:cNvPr id="21" name="TextBox 20">
              <a:extLst>
                <a:ext uri="{FF2B5EF4-FFF2-40B4-BE49-F238E27FC236}">
                  <a16:creationId xmlns:a16="http://schemas.microsoft.com/office/drawing/2014/main" id="{D759992F-D3CE-1ADE-F378-14B9B5E09BDA}"/>
                </a:ext>
              </a:extLst>
            </p:cNvPr>
            <p:cNvSpPr txBox="1"/>
            <p:nvPr/>
          </p:nvSpPr>
          <p:spPr>
            <a:xfrm>
              <a:off x="286195" y="4455405"/>
              <a:ext cx="3286477"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Abstract</a:t>
              </a:r>
            </a:p>
          </p:txBody>
        </p:sp>
        <p:sp>
          <p:nvSpPr>
            <p:cNvPr id="23" name="TextBox 22">
              <a:extLst>
                <a:ext uri="{FF2B5EF4-FFF2-40B4-BE49-F238E27FC236}">
                  <a16:creationId xmlns:a16="http://schemas.microsoft.com/office/drawing/2014/main" id="{B129213C-12E3-8A3D-5B9C-C09F806E2CC1}"/>
                </a:ext>
              </a:extLst>
            </p:cNvPr>
            <p:cNvSpPr txBox="1"/>
            <p:nvPr/>
          </p:nvSpPr>
          <p:spPr>
            <a:xfrm>
              <a:off x="348508" y="18037321"/>
              <a:ext cx="4569841"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Background</a:t>
              </a:r>
            </a:p>
          </p:txBody>
        </p:sp>
        <p:sp>
          <p:nvSpPr>
            <p:cNvPr id="25" name="TextBox 24">
              <a:extLst>
                <a:ext uri="{FF2B5EF4-FFF2-40B4-BE49-F238E27FC236}">
                  <a16:creationId xmlns:a16="http://schemas.microsoft.com/office/drawing/2014/main" id="{D9DA8B80-CF38-1A06-449C-222B1F26F8FE}"/>
                </a:ext>
              </a:extLst>
            </p:cNvPr>
            <p:cNvSpPr txBox="1"/>
            <p:nvPr/>
          </p:nvSpPr>
          <p:spPr>
            <a:xfrm>
              <a:off x="11046578" y="4507362"/>
              <a:ext cx="3286477"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Methods</a:t>
              </a:r>
            </a:p>
          </p:txBody>
        </p:sp>
        <p:sp>
          <p:nvSpPr>
            <p:cNvPr id="27" name="TextBox 26">
              <a:extLst>
                <a:ext uri="{FF2B5EF4-FFF2-40B4-BE49-F238E27FC236}">
                  <a16:creationId xmlns:a16="http://schemas.microsoft.com/office/drawing/2014/main" id="{D0171118-A452-8446-D338-2FD022614F7F}"/>
                </a:ext>
              </a:extLst>
            </p:cNvPr>
            <p:cNvSpPr txBox="1"/>
            <p:nvPr/>
          </p:nvSpPr>
          <p:spPr>
            <a:xfrm>
              <a:off x="21235607" y="4551119"/>
              <a:ext cx="2776722"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Results</a:t>
              </a:r>
            </a:p>
          </p:txBody>
        </p:sp>
        <p:sp>
          <p:nvSpPr>
            <p:cNvPr id="29" name="TextBox 28">
              <a:extLst>
                <a:ext uri="{FF2B5EF4-FFF2-40B4-BE49-F238E27FC236}">
                  <a16:creationId xmlns:a16="http://schemas.microsoft.com/office/drawing/2014/main" id="{BB29E532-5B27-AD52-1B28-26897E6CC31F}"/>
                </a:ext>
              </a:extLst>
            </p:cNvPr>
            <p:cNvSpPr txBox="1"/>
            <p:nvPr/>
          </p:nvSpPr>
          <p:spPr>
            <a:xfrm>
              <a:off x="10972800" y="24434394"/>
              <a:ext cx="7229223"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Future Perspectives</a:t>
              </a:r>
            </a:p>
          </p:txBody>
        </p:sp>
        <p:sp>
          <p:nvSpPr>
            <p:cNvPr id="31" name="TextBox 30">
              <a:extLst>
                <a:ext uri="{FF2B5EF4-FFF2-40B4-BE49-F238E27FC236}">
                  <a16:creationId xmlns:a16="http://schemas.microsoft.com/office/drawing/2014/main" id="{1D37B0B5-9A6D-23AC-9BB7-8D7BBB20D995}"/>
                </a:ext>
              </a:extLst>
            </p:cNvPr>
            <p:cNvSpPr txBox="1"/>
            <p:nvPr/>
          </p:nvSpPr>
          <p:spPr>
            <a:xfrm>
              <a:off x="10896600" y="29234994"/>
              <a:ext cx="6572633"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Impact on Society</a:t>
              </a:r>
            </a:p>
          </p:txBody>
        </p:sp>
      </p:grpSp>
      <p:sp>
        <p:nvSpPr>
          <p:cNvPr id="32" name="TextBox 31">
            <a:extLst>
              <a:ext uri="{FF2B5EF4-FFF2-40B4-BE49-F238E27FC236}">
                <a16:creationId xmlns:a16="http://schemas.microsoft.com/office/drawing/2014/main" id="{62D5A794-FF8C-9AF7-50B3-83D99643A57F}"/>
              </a:ext>
            </a:extLst>
          </p:cNvPr>
          <p:cNvSpPr txBox="1"/>
          <p:nvPr/>
        </p:nvSpPr>
        <p:spPr>
          <a:xfrm>
            <a:off x="11175123" y="30468997"/>
            <a:ext cx="19990678" cy="1938992"/>
          </a:xfrm>
          <a:prstGeom prst="rect">
            <a:avLst/>
          </a:prstGeom>
          <a:noFill/>
        </p:spPr>
        <p:txBody>
          <a:bodyPr wrap="square" rtlCol="0">
            <a:spAutoFit/>
          </a:bodyPr>
          <a:lstStyle/>
          <a:p>
            <a:pPr algn="just"/>
            <a:r>
              <a:rPr lang="en-US" sz="4000" dirty="0">
                <a:latin typeface="Times New Roman" panose="02020603050405020304" pitchFamily="18" charset="0"/>
                <a:cs typeface="Times New Roman" panose="02020603050405020304" pitchFamily="18" charset="0"/>
              </a:rPr>
              <a:t>The Smart Energy Meter promotes energy conservation by providing real-time insights, leading to reduced electricity wastage and lower bills. it empowers consumers with better control over their energy usage, fostering a culture of responsible consumption.</a:t>
            </a:r>
            <a:endParaRPr lang="en-IN" sz="4000" dirty="0">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B4C3A4EF-E6FF-3D7D-2C5F-E1F533942D5A}"/>
              </a:ext>
            </a:extLst>
          </p:cNvPr>
          <p:cNvSpPr txBox="1"/>
          <p:nvPr/>
        </p:nvSpPr>
        <p:spPr>
          <a:xfrm>
            <a:off x="11396870" y="25525998"/>
            <a:ext cx="17489083" cy="3046988"/>
          </a:xfrm>
          <a:prstGeom prst="rect">
            <a:avLst/>
          </a:prstGeom>
          <a:noFill/>
        </p:spPr>
        <p:txBody>
          <a:bodyPr wrap="none" rtlCol="0">
            <a:spAutoFit/>
          </a:bodyPr>
          <a:lstStyle/>
          <a:p>
            <a:pPr algn="just"/>
            <a:r>
              <a:rPr lang="en-US" sz="4800" dirty="0">
                <a:latin typeface="Times New Roman" panose="02020603050405020304" pitchFamily="18" charset="0"/>
                <a:cs typeface="Times New Roman" panose="02020603050405020304" pitchFamily="18" charset="0"/>
              </a:rPr>
              <a:t>Future developments include integrating AI for predictive energy </a:t>
            </a:r>
          </a:p>
          <a:p>
            <a:pPr algn="just"/>
            <a:r>
              <a:rPr lang="en-US" sz="4800" dirty="0">
                <a:latin typeface="Times New Roman" panose="02020603050405020304" pitchFamily="18" charset="0"/>
                <a:cs typeface="Times New Roman" panose="02020603050405020304" pitchFamily="18" charset="0"/>
              </a:rPr>
              <a:t>management and enhanced automation. Expanding IoT connectivity</a:t>
            </a:r>
          </a:p>
          <a:p>
            <a:pPr algn="just"/>
            <a:r>
              <a:rPr lang="en-US" sz="4800" dirty="0">
                <a:latin typeface="Times New Roman" panose="02020603050405020304" pitchFamily="18" charset="0"/>
                <a:cs typeface="Times New Roman" panose="02020603050405020304" pitchFamily="18" charset="0"/>
              </a:rPr>
              <a:t> will improve remote monitoring and real-time control. Implementing </a:t>
            </a:r>
          </a:p>
          <a:p>
            <a:pPr algn="just"/>
            <a:r>
              <a:rPr lang="en-US" sz="4800" dirty="0">
                <a:latin typeface="Times New Roman" panose="02020603050405020304" pitchFamily="18" charset="0"/>
                <a:cs typeface="Times New Roman" panose="02020603050405020304" pitchFamily="18" charset="0"/>
              </a:rPr>
              <a:t>blockchain can ensure secure and transparent energy transactions.</a:t>
            </a:r>
            <a:endParaRPr lang="en-IN" sz="48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0A972737-0112-D5F2-F6B2-E40D2CFCB1EA}"/>
              </a:ext>
            </a:extLst>
          </p:cNvPr>
          <p:cNvSpPr txBox="1"/>
          <p:nvPr/>
        </p:nvSpPr>
        <p:spPr>
          <a:xfrm>
            <a:off x="11175123" y="5618182"/>
            <a:ext cx="9471003" cy="17943374"/>
          </a:xfrm>
          <a:prstGeom prst="rect">
            <a:avLst/>
          </a:prstGeom>
          <a:noFill/>
        </p:spPr>
        <p:txBody>
          <a:bodyPr wrap="square" rtlCol="0">
            <a:spAutoFit/>
          </a:bodyPr>
          <a:lstStyle/>
          <a:p>
            <a:pPr marL="914400" indent="-914400">
              <a:buAutoNum type="arabicPeriod"/>
            </a:pPr>
            <a:r>
              <a:rPr lang="en-IN" sz="4000" dirty="0">
                <a:latin typeface="Times New Roman" panose="02020603050405020304" pitchFamily="18" charset="0"/>
                <a:cs typeface="Times New Roman" panose="02020603050405020304" pitchFamily="18" charset="0"/>
              </a:rPr>
              <a:t>Advanced Metering Infrastructure (AMI)</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Enables communication between the meter and utility.</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Supports real-time data collection and remote monitoring.</a:t>
            </a:r>
          </a:p>
          <a:p>
            <a:r>
              <a:rPr lang="en-IN" sz="4000" dirty="0">
                <a:latin typeface="Times New Roman" panose="02020603050405020304" pitchFamily="18" charset="0"/>
                <a:cs typeface="Times New Roman" panose="02020603050405020304" pitchFamily="18" charset="0"/>
              </a:rPr>
              <a:t>2. Internet of Things (IoT) Integration</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Uses sensors and communication modules (Wi-Fi,) to transmit energy usage data.</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Allows remote access and control via mobile or web applications.</a:t>
            </a:r>
          </a:p>
          <a:p>
            <a:r>
              <a:rPr lang="en-IN" sz="4000" dirty="0">
                <a:latin typeface="Times New Roman" panose="02020603050405020304" pitchFamily="18" charset="0"/>
                <a:cs typeface="Times New Roman" panose="02020603050405020304" pitchFamily="18" charset="0"/>
              </a:rPr>
              <a:t>3. Real-time Data Acquisition &amp; Processing</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Measures voltage, current, and power consumption using smart sensors . </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Utilizes microcontrollers (ESP32) for data processing.</a:t>
            </a:r>
          </a:p>
          <a:p>
            <a:r>
              <a:rPr lang="en-IN" sz="4000" dirty="0">
                <a:latin typeface="Times New Roman" panose="02020603050405020304" pitchFamily="18" charset="0"/>
                <a:cs typeface="Times New Roman" panose="02020603050405020304" pitchFamily="18" charset="0"/>
              </a:rPr>
              <a:t>4. Cloud-based Data Storage &amp; Analytics </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Sends collected data to cloud platforms for storage and analysis.</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Enables predictive analytics for efficient energy management.</a:t>
            </a:r>
          </a:p>
          <a:p>
            <a:r>
              <a:rPr lang="en-IN" sz="4000" dirty="0">
                <a:latin typeface="Times New Roman" panose="02020603050405020304" pitchFamily="18" charset="0"/>
                <a:cs typeface="Times New Roman" panose="02020603050405020304" pitchFamily="18" charset="0"/>
              </a:rPr>
              <a:t>5. Dynamic Pricing </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Supports Time-of-Use  pricing models to encourage efficient energy use.</a:t>
            </a:r>
          </a:p>
          <a:p>
            <a:r>
              <a:rPr lang="en-IN" sz="4000" dirty="0">
                <a:latin typeface="Times New Roman" panose="02020603050405020304" pitchFamily="18" charset="0"/>
                <a:cs typeface="Times New Roman" panose="02020603050405020304" pitchFamily="18" charset="0"/>
              </a:rPr>
              <a:t>6. Consumer Dashboard &amp; Alerts</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Provides real-time energy consumption insights through a user-friendly dashboard </a:t>
            </a:r>
          </a:p>
          <a:p>
            <a:pPr marL="571500" indent="-571500">
              <a:buFont typeface="Arial" panose="020B0604020202020204" pitchFamily="34" charset="0"/>
              <a:buChar char="•"/>
            </a:pPr>
            <a:r>
              <a:rPr lang="en-IN" sz="4000" dirty="0">
                <a:latin typeface="Times New Roman" panose="02020603050405020304" pitchFamily="18" charset="0"/>
                <a:cs typeface="Times New Roman" panose="02020603050405020304" pitchFamily="18" charset="0"/>
              </a:rPr>
              <a:t>Sends alerts for unusual consumption patterns or faults.</a:t>
            </a:r>
          </a:p>
        </p:txBody>
      </p:sp>
      <p:sp>
        <p:nvSpPr>
          <p:cNvPr id="36" name="TextBox 35">
            <a:extLst>
              <a:ext uri="{FF2B5EF4-FFF2-40B4-BE49-F238E27FC236}">
                <a16:creationId xmlns:a16="http://schemas.microsoft.com/office/drawing/2014/main" id="{298ED9DB-29F4-1396-3469-2884A260F26E}"/>
              </a:ext>
            </a:extLst>
          </p:cNvPr>
          <p:cNvSpPr txBox="1"/>
          <p:nvPr/>
        </p:nvSpPr>
        <p:spPr>
          <a:xfrm>
            <a:off x="21255724" y="5646838"/>
            <a:ext cx="9910076" cy="4524315"/>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The Smart Energy Meter provided real-time monitoring with high accuracy, reducing manual errors. It enabled energy savings through dynamic pricing and load management. Reliable IoT-based communication allowed seamless remote monitoring and control. Consumers responded to alerts , improving efficiency and fault detection. Cloud analytics enhanced demand forecasting and grid resilience.</a:t>
            </a:r>
          </a:p>
          <a:p>
            <a:pPr algn="just"/>
            <a:endParaRPr lang="en-IN" sz="3200" dirty="0">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B412C119-3668-82FF-BE7B-25EECC898EC5}"/>
              </a:ext>
            </a:extLst>
          </p:cNvPr>
          <p:cNvSpPr txBox="1"/>
          <p:nvPr/>
        </p:nvSpPr>
        <p:spPr>
          <a:xfrm>
            <a:off x="609603" y="5965380"/>
            <a:ext cx="9616715" cy="10618291"/>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In the era of smart technologies, energy management has become a critical component of modern infrastructure. The Smart Energy Meter Project aims to revolutionize the way energy consumption is monitored and it will send the electricity usage to utility providers and managed in residential and commercial settings. By integrating advanced metering infrastructure (AMI) with real-time data analytics, this project provides a comprehensive solution for efficient energy utilization and it will reduce human efforts. The smart energy meter is designed to record detailed information on electricity usage, enabling both consumers and utility providers to gain insights into consumption patterns. Equipped with IoT (Internet of Things) capabilities, the meter offers remote monitoring and control, ensuring seamless communication between the meter, consumers, and energy providers</a:t>
            </a:r>
            <a:endParaRPr lang="en-IN" sz="3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BBDE6B47-93C1-4A30-E741-DD059543FFBB}"/>
              </a:ext>
            </a:extLst>
          </p:cNvPr>
          <p:cNvSpPr txBox="1"/>
          <p:nvPr/>
        </p:nvSpPr>
        <p:spPr>
          <a:xfrm>
            <a:off x="429387" y="19088547"/>
            <a:ext cx="9629013" cy="15788938"/>
          </a:xfrm>
          <a:prstGeom prst="rect">
            <a:avLst/>
          </a:prstGeom>
          <a:noFill/>
        </p:spPr>
        <p:txBody>
          <a:bodyPr wrap="square" rtlCol="0">
            <a:spAutoFit/>
          </a:bodyPr>
          <a:lstStyle/>
          <a:p>
            <a:pPr algn="just"/>
            <a:r>
              <a:rPr lang="en-US" sz="4800" b="1" dirty="0">
                <a:latin typeface="Times New Roman" panose="02020603050405020304" pitchFamily="18" charset="0"/>
                <a:cs typeface="Times New Roman" panose="02020603050405020304" pitchFamily="18" charset="0"/>
              </a:rPr>
              <a:t>Why </a:t>
            </a:r>
          </a:p>
          <a:p>
            <a:pPr algn="just"/>
            <a:r>
              <a:rPr lang="en-US" sz="4000" dirty="0">
                <a:latin typeface="Times New Roman" panose="02020603050405020304" pitchFamily="18" charset="0"/>
                <a:cs typeface="Times New Roman" panose="02020603050405020304" pitchFamily="18" charset="0"/>
              </a:rPr>
              <a:t>The Smart Energy Meter project provides a real-time solution for monitoring energy .</a:t>
            </a:r>
          </a:p>
          <a:p>
            <a:pPr algn="just"/>
            <a:endParaRPr lang="en-US" sz="4000" dirty="0">
              <a:latin typeface="Times New Roman" panose="02020603050405020304" pitchFamily="18" charset="0"/>
              <a:cs typeface="Times New Roman" panose="02020603050405020304" pitchFamily="18" charset="0"/>
            </a:endParaRPr>
          </a:p>
          <a:p>
            <a:pPr algn="just"/>
            <a:r>
              <a:rPr lang="en-US" sz="4800" b="1" dirty="0">
                <a:latin typeface="Times New Roman" panose="02020603050405020304" pitchFamily="18" charset="0"/>
                <a:cs typeface="Times New Roman" panose="02020603050405020304" pitchFamily="18" charset="0"/>
              </a:rPr>
              <a:t>What</a:t>
            </a:r>
          </a:p>
          <a:p>
            <a:pPr algn="just"/>
            <a:r>
              <a:rPr lang="en-US" sz="36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A Smart Energy Meter is an advanced metering device that records electricity consumption and communicates this data to the energy provider</a:t>
            </a:r>
            <a:r>
              <a:rPr lang="en-US" sz="3600" dirty="0">
                <a:latin typeface="Times New Roman" panose="02020603050405020304" pitchFamily="18" charset="0"/>
                <a:cs typeface="Times New Roman" panose="02020603050405020304" pitchFamily="18" charset="0"/>
              </a:rPr>
              <a:t>. </a:t>
            </a:r>
          </a:p>
          <a:p>
            <a:pPr algn="just"/>
            <a:endParaRPr lang="en-US" sz="3600" dirty="0">
              <a:latin typeface="Times New Roman" panose="02020603050405020304" pitchFamily="18" charset="0"/>
              <a:cs typeface="Times New Roman" panose="02020603050405020304" pitchFamily="18" charset="0"/>
            </a:endParaRPr>
          </a:p>
          <a:p>
            <a:pPr algn="just"/>
            <a:r>
              <a:rPr lang="en-US" sz="4800" b="1" dirty="0">
                <a:latin typeface="Times New Roman" panose="02020603050405020304" pitchFamily="18" charset="0"/>
                <a:cs typeface="Times New Roman" panose="02020603050405020304" pitchFamily="18" charset="0"/>
              </a:rPr>
              <a:t>Where </a:t>
            </a:r>
          </a:p>
          <a:p>
            <a:pPr marL="57150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Urban and Residential Areas</a:t>
            </a:r>
          </a:p>
          <a:p>
            <a:pPr marL="57150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Rural and Remote Areas</a:t>
            </a:r>
          </a:p>
          <a:p>
            <a:pPr marL="57150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Commercial and Industrial Buildings</a:t>
            </a:r>
          </a:p>
          <a:p>
            <a:pPr algn="just"/>
            <a:endParaRPr lang="en-US" sz="4400" dirty="0">
              <a:latin typeface="Times New Roman" panose="02020603050405020304" pitchFamily="18" charset="0"/>
              <a:cs typeface="Times New Roman" panose="02020603050405020304" pitchFamily="18" charset="0"/>
            </a:endParaRPr>
          </a:p>
          <a:p>
            <a:pPr algn="just"/>
            <a:r>
              <a:rPr lang="en-US" sz="4800" b="1" dirty="0">
                <a:latin typeface="Times New Roman" panose="02020603050405020304" pitchFamily="18" charset="0"/>
                <a:cs typeface="Times New Roman" panose="02020603050405020304" pitchFamily="18" charset="0"/>
              </a:rPr>
              <a:t>When</a:t>
            </a:r>
          </a:p>
          <a:p>
            <a:pPr algn="just"/>
            <a:r>
              <a:rPr lang="en-US" sz="4000" dirty="0">
                <a:latin typeface="Times New Roman" panose="02020603050405020304" pitchFamily="18" charset="0"/>
                <a:cs typeface="Times New Roman" panose="02020603050405020304" pitchFamily="18" charset="0"/>
              </a:rPr>
              <a:t>The Smart Energy Meter is used daily to monitor energy consumption in real time and provide users with insights into their usage.</a:t>
            </a:r>
          </a:p>
          <a:p>
            <a:pPr algn="just"/>
            <a:endParaRPr lang="en-US" sz="40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Refined Objective</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Accurate rear-time monitoring of electricity consumption.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Automatic data transmission to both consumers and utility providers,</a:t>
            </a:r>
            <a:endParaRPr lang="en-IN" sz="3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8A829BF-150C-1E1A-F6A1-168F21475341}"/>
              </a:ext>
            </a:extLst>
          </p:cNvPr>
          <p:cNvSpPr txBox="1"/>
          <p:nvPr/>
        </p:nvSpPr>
        <p:spPr>
          <a:xfrm>
            <a:off x="-23274" y="2892079"/>
            <a:ext cx="32050548" cy="784830"/>
          </a:xfrm>
          <a:prstGeom prst="rect">
            <a:avLst/>
          </a:prstGeom>
          <a:noFill/>
        </p:spPr>
        <p:txBody>
          <a:bodyPr wrap="square">
            <a:spAutoFit/>
          </a:bodyPr>
          <a:lstStyle/>
          <a:p>
            <a:pPr algn="ctr"/>
            <a:r>
              <a:rPr lang="en-US" sz="1800" dirty="0">
                <a:latin typeface="Times New Roman" panose="02020603050405020304" pitchFamily="18" charset="0"/>
                <a:cs typeface="Times New Roman" panose="02020603050405020304" pitchFamily="18" charset="0"/>
              </a:rPr>
              <a:t>[</a:t>
            </a:r>
            <a:r>
              <a:rPr lang="en-US" sz="4500" b="1" dirty="0">
                <a:latin typeface="Times New Roman" panose="02020603050405020304" pitchFamily="18" charset="0"/>
                <a:ea typeface="SimSun" pitchFamily="2" charset="-122"/>
                <a:cs typeface="Times New Roman" panose="02020603050405020304" pitchFamily="18" charset="0"/>
              </a:rPr>
              <a:t>Team Members:- Sudeep B S , Lakshman B H , Darshan D M</a:t>
            </a:r>
            <a:endParaRPr lang="en-IN" sz="4500" b="1" dirty="0">
              <a:latin typeface="Times New Roman" panose="02020603050405020304" pitchFamily="18" charset="0"/>
              <a:ea typeface="SimSun" pitchFamily="2" charset="-122"/>
              <a:cs typeface="Times New Roman" panose="02020603050405020304" pitchFamily="18" charset="0"/>
            </a:endParaRPr>
          </a:p>
        </p:txBody>
      </p:sp>
      <p:sp>
        <p:nvSpPr>
          <p:cNvPr id="4" name="Rectangle: Rounded Corners 3">
            <a:extLst>
              <a:ext uri="{FF2B5EF4-FFF2-40B4-BE49-F238E27FC236}">
                <a16:creationId xmlns:a16="http://schemas.microsoft.com/office/drawing/2014/main" id="{E05C3FB2-1855-4CF1-388D-5C6E150555AC}"/>
              </a:ext>
            </a:extLst>
          </p:cNvPr>
          <p:cNvSpPr/>
          <p:nvPr/>
        </p:nvSpPr>
        <p:spPr>
          <a:xfrm>
            <a:off x="20878800" y="15469910"/>
            <a:ext cx="10515597" cy="8806140"/>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7200" dirty="0">
              <a:solidFill>
                <a:schemeClr val="tx1"/>
              </a:solidFill>
            </a:endParaRPr>
          </a:p>
        </p:txBody>
      </p:sp>
      <p:sp>
        <p:nvSpPr>
          <p:cNvPr id="8" name="TextBox 7">
            <a:extLst>
              <a:ext uri="{FF2B5EF4-FFF2-40B4-BE49-F238E27FC236}">
                <a16:creationId xmlns:a16="http://schemas.microsoft.com/office/drawing/2014/main" id="{12F328CE-FB23-EBBB-409E-481560B3846B}"/>
              </a:ext>
            </a:extLst>
          </p:cNvPr>
          <p:cNvSpPr txBox="1"/>
          <p:nvPr/>
        </p:nvSpPr>
        <p:spPr>
          <a:xfrm>
            <a:off x="21047062" y="15615676"/>
            <a:ext cx="4166525"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Conclusion</a:t>
            </a:r>
          </a:p>
        </p:txBody>
      </p:sp>
      <p:sp>
        <p:nvSpPr>
          <p:cNvPr id="11" name="TextBox 10">
            <a:extLst>
              <a:ext uri="{FF2B5EF4-FFF2-40B4-BE49-F238E27FC236}">
                <a16:creationId xmlns:a16="http://schemas.microsoft.com/office/drawing/2014/main" id="{AF3F89E9-01CC-2628-EE6A-C504790AD10C}"/>
              </a:ext>
            </a:extLst>
          </p:cNvPr>
          <p:cNvSpPr txBox="1"/>
          <p:nvPr/>
        </p:nvSpPr>
        <p:spPr>
          <a:xfrm>
            <a:off x="21201053" y="16854049"/>
            <a:ext cx="9507548" cy="6186309"/>
          </a:xfrm>
          <a:prstGeom prst="rect">
            <a:avLst/>
          </a:prstGeom>
          <a:noFill/>
        </p:spPr>
        <p:txBody>
          <a:bodyPr wrap="square" rtlCol="0">
            <a:spAutoFit/>
          </a:bodyPr>
          <a:lstStyle/>
          <a:p>
            <a:pPr algn="just"/>
            <a:r>
              <a:rPr lang="en-US" sz="4400" dirty="0">
                <a:latin typeface="Times New Roman" panose="02020603050405020304" pitchFamily="18" charset="0"/>
                <a:ea typeface="Verdana" panose="020B0604030504040204" pitchFamily="34" charset="0"/>
                <a:cs typeface="Times New Roman" panose="02020603050405020304" pitchFamily="18" charset="0"/>
              </a:rPr>
              <a:t>   The Smart Energy Meter using successfully modernizes traditional energy metering by enabling real-time monitoring, accurate billing. It empowers consumers to track and manage their electricity usage more efficiently while providing utility providers with better control, Reducing human error and less Human Effort</a:t>
            </a:r>
            <a:r>
              <a:rPr lang="en-US" sz="4000" dirty="0">
                <a:latin typeface="Times New Roman" panose="02020603050405020304" pitchFamily="18" charset="0"/>
                <a:ea typeface="Verdana" panose="020B0604030504040204" pitchFamily="34" charset="0"/>
                <a:cs typeface="Times New Roman" panose="02020603050405020304" pitchFamily="18" charset="0"/>
              </a:rPr>
              <a:t>.</a:t>
            </a:r>
            <a:endParaRPr lang="en-IN" sz="4400" dirty="0"/>
          </a:p>
        </p:txBody>
      </p:sp>
      <p:pic>
        <p:nvPicPr>
          <p:cNvPr id="40" name="Picture 39">
            <a:extLst>
              <a:ext uri="{FF2B5EF4-FFF2-40B4-BE49-F238E27FC236}">
                <a16:creationId xmlns:a16="http://schemas.microsoft.com/office/drawing/2014/main" id="{62B22832-CBC2-E34A-62BC-91F29AC8EB40}"/>
              </a:ext>
            </a:extLst>
          </p:cNvPr>
          <p:cNvPicPr>
            <a:picLocks noChangeAspect="1"/>
          </p:cNvPicPr>
          <p:nvPr/>
        </p:nvPicPr>
        <p:blipFill>
          <a:blip r:embed="rId2"/>
          <a:stretch>
            <a:fillRect/>
          </a:stretch>
        </p:blipFill>
        <p:spPr>
          <a:xfrm>
            <a:off x="-165424" y="-31750"/>
            <a:ext cx="5538950" cy="3042162"/>
          </a:xfrm>
          <a:prstGeom prst="rect">
            <a:avLst/>
          </a:prstGeom>
        </p:spPr>
      </p:pic>
      <p:pic>
        <p:nvPicPr>
          <p:cNvPr id="5" name="Picture 4">
            <a:extLst>
              <a:ext uri="{FF2B5EF4-FFF2-40B4-BE49-F238E27FC236}">
                <a16:creationId xmlns:a16="http://schemas.microsoft.com/office/drawing/2014/main" id="{6BC36FE7-C19A-3B9B-5540-8BB91AE04D95}"/>
              </a:ext>
            </a:extLst>
          </p:cNvPr>
          <p:cNvPicPr>
            <a:picLocks noChangeAspect="1"/>
          </p:cNvPicPr>
          <p:nvPr/>
        </p:nvPicPr>
        <p:blipFill>
          <a:blip r:embed="rId3"/>
          <a:stretch>
            <a:fillRect/>
          </a:stretch>
        </p:blipFill>
        <p:spPr>
          <a:xfrm>
            <a:off x="26217014" y="-184150"/>
            <a:ext cx="5501547" cy="3345646"/>
          </a:xfrm>
          <a:prstGeom prst="rect">
            <a:avLst/>
          </a:prstGeom>
        </p:spPr>
      </p:pic>
      <p:sp>
        <p:nvSpPr>
          <p:cNvPr id="9" name="Rectangle: Rounded Corners 8">
            <a:extLst>
              <a:ext uri="{FF2B5EF4-FFF2-40B4-BE49-F238E27FC236}">
                <a16:creationId xmlns:a16="http://schemas.microsoft.com/office/drawing/2014/main" id="{D3DD19E9-B27A-C1B6-1366-75190C8E3FC9}"/>
              </a:ext>
            </a:extLst>
          </p:cNvPr>
          <p:cNvSpPr/>
          <p:nvPr/>
        </p:nvSpPr>
        <p:spPr>
          <a:xfrm>
            <a:off x="10916716" y="33572450"/>
            <a:ext cx="20678015" cy="2537372"/>
          </a:xfrm>
          <a:prstGeom prst="roundRect">
            <a:avLst>
              <a:gd name="adj" fmla="val 2490"/>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7B7353B8-4ED1-FA4F-BE2B-828924DF71E8}"/>
              </a:ext>
            </a:extLst>
          </p:cNvPr>
          <p:cNvSpPr txBox="1"/>
          <p:nvPr/>
        </p:nvSpPr>
        <p:spPr>
          <a:xfrm>
            <a:off x="11017083" y="33420050"/>
            <a:ext cx="5280420" cy="1092607"/>
          </a:xfrm>
          <a:prstGeom prst="rect">
            <a:avLst/>
          </a:prstGeom>
          <a:noFill/>
        </p:spPr>
        <p:txBody>
          <a:bodyPr wrap="none" rtlCol="0">
            <a:spAutoFit/>
          </a:bodyPr>
          <a:lstStyle/>
          <a:p>
            <a:r>
              <a:rPr lang="en-IN" sz="6500" b="1" dirty="0">
                <a:latin typeface="Times New Roman" panose="02020603050405020304" pitchFamily="18" charset="0"/>
                <a:cs typeface="Times New Roman" panose="02020603050405020304" pitchFamily="18" charset="0"/>
              </a:rPr>
              <a:t>To know more</a:t>
            </a:r>
          </a:p>
        </p:txBody>
      </p:sp>
      <p:sp>
        <p:nvSpPr>
          <p:cNvPr id="41" name="TextBox 40">
            <a:extLst>
              <a:ext uri="{FF2B5EF4-FFF2-40B4-BE49-F238E27FC236}">
                <a16:creationId xmlns:a16="http://schemas.microsoft.com/office/drawing/2014/main" id="{B32D3E79-306C-6867-B378-9F8A9F8FA380}"/>
              </a:ext>
            </a:extLst>
          </p:cNvPr>
          <p:cNvSpPr txBox="1"/>
          <p:nvPr/>
        </p:nvSpPr>
        <p:spPr>
          <a:xfrm>
            <a:off x="11046578" y="34310131"/>
            <a:ext cx="20221690" cy="1785104"/>
          </a:xfrm>
          <a:prstGeom prst="rect">
            <a:avLst/>
          </a:prstGeom>
          <a:noFill/>
        </p:spPr>
        <p:txBody>
          <a:bodyPr wrap="none" rtlCol="0">
            <a:spAutoFit/>
          </a:bodyPr>
          <a:lstStyle/>
          <a:p>
            <a:r>
              <a:rPr lang="en-IN" sz="5500" dirty="0">
                <a:latin typeface="Times New Roman" panose="02020603050405020304" pitchFamily="18" charset="0"/>
                <a:cs typeface="Times New Roman" panose="02020603050405020304" pitchFamily="18" charset="0"/>
              </a:rPr>
              <a:t>GitHub link : </a:t>
            </a:r>
            <a:r>
              <a:rPr lang="en-IN" sz="4800" dirty="0">
                <a:latin typeface="Times New Roman" panose="02020603050405020304" pitchFamily="18" charset="0"/>
                <a:cs typeface="Times New Roman" panose="02020603050405020304" pitchFamily="18" charset="0"/>
              </a:rPr>
              <a:t>https://github.com/Lakshmanbh/Smart-Energy-Meter-phase-2</a:t>
            </a:r>
            <a:endParaRPr lang="en-IN" sz="5500" dirty="0">
              <a:latin typeface="Times New Roman" panose="02020603050405020304" pitchFamily="18" charset="0"/>
              <a:cs typeface="Times New Roman" panose="02020603050405020304" pitchFamily="18" charset="0"/>
            </a:endParaRPr>
          </a:p>
          <a:p>
            <a:r>
              <a:rPr lang="en-IN" sz="5500" dirty="0">
                <a:latin typeface="Times New Roman" panose="02020603050405020304" pitchFamily="18" charset="0"/>
                <a:cs typeface="Times New Roman" panose="02020603050405020304" pitchFamily="18" charset="0"/>
              </a:rPr>
              <a:t>Video link : </a:t>
            </a:r>
            <a:r>
              <a:rPr lang="en-IN" sz="3200" dirty="0">
                <a:latin typeface="Times New Roman" panose="02020603050405020304" pitchFamily="18" charset="0"/>
                <a:cs typeface="Times New Roman" panose="02020603050405020304" pitchFamily="18" charset="0"/>
              </a:rPr>
              <a:t>https://drive.google.com/file/d/1GWlRyuV2WGlMcaUC1ETOCrYnKndMNswi/view?usp=drivesdk</a:t>
            </a:r>
          </a:p>
        </p:txBody>
      </p:sp>
      <p:pic>
        <p:nvPicPr>
          <p:cNvPr id="42" name="Picture 41">
            <a:extLst>
              <a:ext uri="{FF2B5EF4-FFF2-40B4-BE49-F238E27FC236}">
                <a16:creationId xmlns:a16="http://schemas.microsoft.com/office/drawing/2014/main" id="{3728CFA4-6C10-DE16-9E2B-1F35E55D4E9F}"/>
              </a:ext>
            </a:extLst>
          </p:cNvPr>
          <p:cNvPicPr>
            <a:picLocks noChangeAspect="1"/>
          </p:cNvPicPr>
          <p:nvPr/>
        </p:nvPicPr>
        <p:blipFill>
          <a:blip r:embed="rId4"/>
          <a:stretch>
            <a:fillRect/>
          </a:stretch>
        </p:blipFill>
        <p:spPr>
          <a:xfrm>
            <a:off x="26946312" y="9614167"/>
            <a:ext cx="3552576" cy="5259614"/>
          </a:xfrm>
          <a:prstGeom prst="rect">
            <a:avLst/>
          </a:prstGeom>
        </p:spPr>
      </p:pic>
      <p:pic>
        <p:nvPicPr>
          <p:cNvPr id="43" name="Picture 42">
            <a:extLst>
              <a:ext uri="{FF2B5EF4-FFF2-40B4-BE49-F238E27FC236}">
                <a16:creationId xmlns:a16="http://schemas.microsoft.com/office/drawing/2014/main" id="{CAA21BAB-0618-4B7C-7F20-83BACD7F404A}"/>
              </a:ext>
            </a:extLst>
          </p:cNvPr>
          <p:cNvPicPr>
            <a:picLocks noChangeAspect="1"/>
          </p:cNvPicPr>
          <p:nvPr/>
        </p:nvPicPr>
        <p:blipFill>
          <a:blip r:embed="rId5"/>
          <a:stretch>
            <a:fillRect/>
          </a:stretch>
        </p:blipFill>
        <p:spPr>
          <a:xfrm>
            <a:off x="22317807" y="9719779"/>
            <a:ext cx="3271537" cy="5228108"/>
          </a:xfrm>
          <a:prstGeom prst="rect">
            <a:avLst/>
          </a:prstGeom>
        </p:spPr>
      </p:pic>
    </p:spTree>
    <p:extLst>
      <p:ext uri="{BB962C8B-B14F-4D97-AF65-F5344CB8AC3E}">
        <p14:creationId xmlns:p14="http://schemas.microsoft.com/office/powerpoint/2010/main" val="2153555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6722</TotalTime>
  <Words>653</Words>
  <Application>Microsoft Office PowerPoint</Application>
  <PresentationFormat>Custom</PresentationFormat>
  <Paragraphs>62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Poppins</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lilu1</dc:creator>
  <cp:lastModifiedBy>Naveen Havaldar</cp:lastModifiedBy>
  <cp:revision>204</cp:revision>
  <cp:lastPrinted>2013-08-04T02:58:23Z</cp:lastPrinted>
  <dcterms:created xsi:type="dcterms:W3CDTF">2011-10-21T15:46:33Z</dcterms:created>
  <dcterms:modified xsi:type="dcterms:W3CDTF">2025-03-20T11:04:56Z</dcterms:modified>
</cp:coreProperties>
</file>