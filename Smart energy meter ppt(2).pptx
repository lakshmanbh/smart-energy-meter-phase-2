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handoutMasterIdLst>
    <p:handoutMasterId r:id="rId19"/>
  </p:handoutMasterIdLst>
  <p:sldIdLst>
    <p:sldId id="531" r:id="rId2"/>
    <p:sldId id="257" r:id="rId3"/>
    <p:sldId id="313" r:id="rId4"/>
    <p:sldId id="289" r:id="rId5"/>
    <p:sldId id="292" r:id="rId6"/>
    <p:sldId id="308" r:id="rId7"/>
    <p:sldId id="309" r:id="rId8"/>
    <p:sldId id="539" r:id="rId9"/>
    <p:sldId id="314" r:id="rId10"/>
    <p:sldId id="533" r:id="rId11"/>
    <p:sldId id="303" r:id="rId12"/>
    <p:sldId id="537" r:id="rId13"/>
    <p:sldId id="538" r:id="rId14"/>
    <p:sldId id="317" r:id="rId15"/>
    <p:sldId id="307" r:id="rId16"/>
    <p:sldId id="301" r:id="rId17"/>
  </p:sldIdLst>
  <p:sldSz cx="12192000" cy="6858000"/>
  <p:notesSz cx="6858000" cy="9144000"/>
  <p:embeddedFontLst>
    <p:embeddedFont>
      <p:font typeface="Aharoni" panose="02010803020104030203" pitchFamily="2" charset="-79"/>
      <p:bold r:id="rId20"/>
    </p:embeddedFont>
    <p:embeddedFont>
      <p:font typeface="Fira Sans Extra Condensed Medium" panose="020B0604020202020204" charset="0"/>
      <p:regular r:id="rId21"/>
      <p:bold r:id="rId22"/>
      <p:italic r:id="rId23"/>
      <p:boldItalic r:id="rId24"/>
    </p:embeddedFont>
    <p:embeddedFont>
      <p:font typeface="Montserrat" panose="00000500000000000000" pitchFamily="2" charset="0"/>
      <p:regular r:id="rId25"/>
      <p:bold r:id="rId26"/>
      <p:italic r:id="rId27"/>
      <p:boldItalic r:id="rId28"/>
    </p:embeddedFont>
    <p:embeddedFont>
      <p:font typeface="Montserrat Medium" panose="00000600000000000000" pitchFamily="2" charset="0"/>
      <p:regular r:id="rId29"/>
      <p:italic r:id="rId30"/>
    </p:embeddedFont>
    <p:embeddedFont>
      <p:font typeface="Open Sans" panose="020B0606030504020204" pitchFamily="34" charset="0"/>
      <p:regular r:id="rId31"/>
      <p:bold r:id="rId32"/>
      <p:italic r:id="rId33"/>
      <p:boldItalic r:id="rId34"/>
    </p:embeddedFont>
    <p:embeddedFont>
      <p:font typeface="Plus Jakarta Sans" panose="020B0604020202020204"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
      <p:font typeface="Roboto" panose="02000000000000000000" pitchFamily="2" charset="0"/>
      <p:regular r:id="rId43"/>
    </p:embeddedFont>
    <p:embeddedFont>
      <p:font typeface="Verdana" panose="020B0604030504040204" pitchFamily="34" charset="0"/>
      <p:regular r:id="rId44"/>
      <p:bold r:id="rId45"/>
      <p:italic r:id="rId46"/>
      <p:boldItalic r:id="rId47"/>
    </p:embeddedFont>
  </p:embeddedFontLst>
  <p:custDataLst>
    <p:tags r:id="rId4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5851C8-D583-44BA-BD68-F7592C6941E9}" v="28" dt="2025-03-19T04:54:53.313"/>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77" d="100"/>
          <a:sy n="77" d="100"/>
        </p:scale>
        <p:origin x="77" y="216"/>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font" Target="fonts/font28.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font" Target="fonts/font26.fntdata"/><Relationship Id="rId87" Type="http://customschemas.google.com/relationships/presentationmetadata" Target="metadata"/><Relationship Id="rId5" Type="http://schemas.openxmlformats.org/officeDocument/2006/relationships/slide" Target="slides/slide4.xml"/><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font" Target="fonts/font12.fntdata"/><Relationship Id="rId44" Type="http://schemas.openxmlformats.org/officeDocument/2006/relationships/font" Target="fonts/font25.fntdata"/><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tags" Target="tags/tag1.xml"/><Relationship Id="rId8" Type="http://schemas.openxmlformats.org/officeDocument/2006/relationships/slide" Target="slides/slide7.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font" Target="fonts/font27.fntdata"/><Relationship Id="rId20" Type="http://schemas.openxmlformats.org/officeDocument/2006/relationships/font" Target="fonts/font1.fntdata"/><Relationship Id="rId41" Type="http://schemas.openxmlformats.org/officeDocument/2006/relationships/font" Target="fonts/font22.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 a" userId="34485148bf8a177f" providerId="LiveId" clId="{605851C8-D583-44BA-BD68-F7592C6941E9}"/>
    <pc:docChg chg="undo custSel addSld delSld modSld sldOrd">
      <pc:chgData name="lak a" userId="34485148bf8a177f" providerId="LiveId" clId="{605851C8-D583-44BA-BD68-F7592C6941E9}" dt="2025-03-19T04:55:47.582" v="297" actId="2696"/>
      <pc:docMkLst>
        <pc:docMk/>
      </pc:docMkLst>
      <pc:sldChg chg="addSp delSp modSp add mod">
        <pc:chgData name="lak a" userId="34485148bf8a177f" providerId="LiveId" clId="{605851C8-D583-44BA-BD68-F7592C6941E9}" dt="2025-03-18T17:40:29.323" v="242" actId="1076"/>
        <pc:sldMkLst>
          <pc:docMk/>
          <pc:sldMk cId="0" sldId="257"/>
        </pc:sldMkLst>
        <pc:spChg chg="add del">
          <ac:chgData name="lak a" userId="34485148bf8a177f" providerId="LiveId" clId="{605851C8-D583-44BA-BD68-F7592C6941E9}" dt="2025-03-18T17:40:12.839" v="239" actId="22"/>
          <ac:spMkLst>
            <pc:docMk/>
            <pc:sldMk cId="0" sldId="257"/>
            <ac:spMk id="4" creationId="{61E29AF3-39BD-4E40-8963-5E97F9F46A67}"/>
          </ac:spMkLst>
        </pc:spChg>
        <pc:spChg chg="mod">
          <ac:chgData name="lak a" userId="34485148bf8a177f" providerId="LiveId" clId="{605851C8-D583-44BA-BD68-F7592C6941E9}" dt="2025-03-18T17:40:29.323" v="242" actId="1076"/>
          <ac:spMkLst>
            <pc:docMk/>
            <pc:sldMk cId="0" sldId="257"/>
            <ac:spMk id="8" creationId="{80C5FE84-A4F7-9B31-B0D9-70C0F0AE2C47}"/>
          </ac:spMkLst>
        </pc:spChg>
      </pc:sldChg>
      <pc:sldChg chg="modSp mod">
        <pc:chgData name="lak a" userId="34485148bf8a177f" providerId="LiveId" clId="{605851C8-D583-44BA-BD68-F7592C6941E9}" dt="2025-03-17T07:27:45.682" v="222" actId="20577"/>
        <pc:sldMkLst>
          <pc:docMk/>
          <pc:sldMk cId="1429641473" sldId="289"/>
        </pc:sldMkLst>
        <pc:spChg chg="mod">
          <ac:chgData name="lak a" userId="34485148bf8a177f" providerId="LiveId" clId="{605851C8-D583-44BA-BD68-F7592C6941E9}" dt="2025-03-17T07:27:45.682" v="222" actId="20577"/>
          <ac:spMkLst>
            <pc:docMk/>
            <pc:sldMk cId="1429641473" sldId="289"/>
            <ac:spMk id="4" creationId="{7E7EDA62-6810-C026-569C-AB754C126B85}"/>
          </ac:spMkLst>
        </pc:spChg>
        <pc:spChg chg="mod">
          <ac:chgData name="lak a" userId="34485148bf8a177f" providerId="LiveId" clId="{605851C8-D583-44BA-BD68-F7592C6941E9}" dt="2025-03-17T05:47:59.620" v="165" actId="403"/>
          <ac:spMkLst>
            <pc:docMk/>
            <pc:sldMk cId="1429641473" sldId="289"/>
            <ac:spMk id="8" creationId="{1EF97A4B-E82E-712F-CA13-78D59E17A26B}"/>
          </ac:spMkLst>
        </pc:spChg>
        <pc:spChg chg="mod">
          <ac:chgData name="lak a" userId="34485148bf8a177f" providerId="LiveId" clId="{605851C8-D583-44BA-BD68-F7592C6941E9}" dt="2025-03-17T07:27:36.548" v="221" actId="14100"/>
          <ac:spMkLst>
            <pc:docMk/>
            <pc:sldMk cId="1429641473" sldId="289"/>
            <ac:spMk id="33" creationId="{A1111477-E886-23E8-64BD-4CADAD76379A}"/>
          </ac:spMkLst>
        </pc:spChg>
      </pc:sldChg>
      <pc:sldChg chg="modSp mod">
        <pc:chgData name="lak a" userId="34485148bf8a177f" providerId="LiveId" clId="{605851C8-D583-44BA-BD68-F7592C6941E9}" dt="2025-03-17T05:47:50.257" v="164" actId="404"/>
        <pc:sldMkLst>
          <pc:docMk/>
          <pc:sldMk cId="3316315554" sldId="292"/>
        </pc:sldMkLst>
        <pc:spChg chg="mod">
          <ac:chgData name="lak a" userId="34485148bf8a177f" providerId="LiveId" clId="{605851C8-D583-44BA-BD68-F7592C6941E9}" dt="2025-03-17T05:47:50.257" v="164" actId="404"/>
          <ac:spMkLst>
            <pc:docMk/>
            <pc:sldMk cId="3316315554" sldId="292"/>
            <ac:spMk id="5" creationId="{12977A3E-566F-814B-0D9C-37C0E1141171}"/>
          </ac:spMkLst>
        </pc:spChg>
      </pc:sldChg>
      <pc:sldChg chg="del">
        <pc:chgData name="lak a" userId="34485148bf8a177f" providerId="LiveId" clId="{605851C8-D583-44BA-BD68-F7592C6941E9}" dt="2025-02-05T07:28:15.450" v="0" actId="47"/>
        <pc:sldMkLst>
          <pc:docMk/>
          <pc:sldMk cId="1869460620" sldId="298"/>
        </pc:sldMkLst>
      </pc:sldChg>
      <pc:sldChg chg="addSp delSp modSp mod">
        <pc:chgData name="lak a" userId="34485148bf8a177f" providerId="LiveId" clId="{605851C8-D583-44BA-BD68-F7592C6941E9}" dt="2025-03-17T05:53:08.241" v="193" actId="1076"/>
        <pc:sldMkLst>
          <pc:docMk/>
          <pc:sldMk cId="2761468039" sldId="303"/>
        </pc:sldMkLst>
        <pc:spChg chg="mod">
          <ac:chgData name="lak a" userId="34485148bf8a177f" providerId="LiveId" clId="{605851C8-D583-44BA-BD68-F7592C6941E9}" dt="2025-03-17T05:53:08.241" v="193" actId="1076"/>
          <ac:spMkLst>
            <pc:docMk/>
            <pc:sldMk cId="2761468039" sldId="303"/>
            <ac:spMk id="4" creationId="{C625E54E-A86D-9B94-B470-0435C69F95E5}"/>
          </ac:spMkLst>
        </pc:spChg>
        <pc:picChg chg="add mod">
          <ac:chgData name="lak a" userId="34485148bf8a177f" providerId="LiveId" clId="{605851C8-D583-44BA-BD68-F7592C6941E9}" dt="2025-02-05T09:34:54.794" v="111" actId="14100"/>
          <ac:picMkLst>
            <pc:docMk/>
            <pc:sldMk cId="2761468039" sldId="303"/>
            <ac:picMk id="6" creationId="{E0F19C9F-CBF5-7975-0786-9BCB6960E35C}"/>
          </ac:picMkLst>
        </pc:picChg>
      </pc:sldChg>
      <pc:sldChg chg="modSp mod">
        <pc:chgData name="lak a" userId="34485148bf8a177f" providerId="LiveId" clId="{605851C8-D583-44BA-BD68-F7592C6941E9}" dt="2025-03-17T07:30:21.098" v="226" actId="2710"/>
        <pc:sldMkLst>
          <pc:docMk/>
          <pc:sldMk cId="567826158" sldId="307"/>
        </pc:sldMkLst>
        <pc:spChg chg="mod">
          <ac:chgData name="lak a" userId="34485148bf8a177f" providerId="LiveId" clId="{605851C8-D583-44BA-BD68-F7592C6941E9}" dt="2025-03-17T05:53:35.998" v="196" actId="1076"/>
          <ac:spMkLst>
            <pc:docMk/>
            <pc:sldMk cId="567826158" sldId="307"/>
            <ac:spMk id="4" creationId="{9BB43107-1A1B-029D-C73C-2126600571B2}"/>
          </ac:spMkLst>
        </pc:spChg>
        <pc:spChg chg="mod">
          <ac:chgData name="lak a" userId="34485148bf8a177f" providerId="LiveId" clId="{605851C8-D583-44BA-BD68-F7592C6941E9}" dt="2025-03-17T07:30:21.098" v="226" actId="2710"/>
          <ac:spMkLst>
            <pc:docMk/>
            <pc:sldMk cId="567826158" sldId="307"/>
            <ac:spMk id="5" creationId="{8EB3901A-2C1A-A66B-C9AE-81E8FAFAB4FF}"/>
          </ac:spMkLst>
        </pc:spChg>
      </pc:sldChg>
      <pc:sldChg chg="modSp mod">
        <pc:chgData name="lak a" userId="34485148bf8a177f" providerId="LiveId" clId="{605851C8-D583-44BA-BD68-F7592C6941E9}" dt="2025-03-17T05:48:31.501" v="169" actId="1076"/>
        <pc:sldMkLst>
          <pc:docMk/>
          <pc:sldMk cId="436044055" sldId="308"/>
        </pc:sldMkLst>
        <pc:spChg chg="mod">
          <ac:chgData name="lak a" userId="34485148bf8a177f" providerId="LiveId" clId="{605851C8-D583-44BA-BD68-F7592C6941E9}" dt="2025-03-17T05:48:31.501" v="169" actId="1076"/>
          <ac:spMkLst>
            <pc:docMk/>
            <pc:sldMk cId="436044055" sldId="308"/>
            <ac:spMk id="5" creationId="{579749AA-78BD-ABDB-B8FC-82C7DF98197D}"/>
          </ac:spMkLst>
        </pc:spChg>
      </pc:sldChg>
      <pc:sldChg chg="modSp mod">
        <pc:chgData name="lak a" userId="34485148bf8a177f" providerId="LiveId" clId="{605851C8-D583-44BA-BD68-F7592C6941E9}" dt="2025-03-17T05:52:12.723" v="188" actId="14734"/>
        <pc:sldMkLst>
          <pc:docMk/>
          <pc:sldMk cId="942465620" sldId="309"/>
        </pc:sldMkLst>
        <pc:spChg chg="mod">
          <ac:chgData name="lak a" userId="34485148bf8a177f" providerId="LiveId" clId="{605851C8-D583-44BA-BD68-F7592C6941E9}" dt="2025-03-17T05:52:04.390" v="187" actId="1076"/>
          <ac:spMkLst>
            <pc:docMk/>
            <pc:sldMk cId="942465620" sldId="309"/>
            <ac:spMk id="4" creationId="{70E49CA1-A1FC-3235-F998-B870F119406F}"/>
          </ac:spMkLst>
        </pc:spChg>
        <pc:graphicFrameChg chg="mod modGraphic">
          <ac:chgData name="lak a" userId="34485148bf8a177f" providerId="LiveId" clId="{605851C8-D583-44BA-BD68-F7592C6941E9}" dt="2025-03-17T05:52:12.723" v="188" actId="14734"/>
          <ac:graphicFrameMkLst>
            <pc:docMk/>
            <pc:sldMk cId="942465620" sldId="309"/>
            <ac:graphicFrameMk id="6" creationId="{6F5E0CDE-4F76-D152-8289-CF2BC08CF5DD}"/>
          </ac:graphicFrameMkLst>
        </pc:graphicFrameChg>
      </pc:sldChg>
      <pc:sldChg chg="modSp mod">
        <pc:chgData name="lak a" userId="34485148bf8a177f" providerId="LiveId" clId="{605851C8-D583-44BA-BD68-F7592C6941E9}" dt="2025-03-17T05:48:09.426" v="166" actId="403"/>
        <pc:sldMkLst>
          <pc:docMk/>
          <pc:sldMk cId="3341343812" sldId="313"/>
        </pc:sldMkLst>
        <pc:spChg chg="mod">
          <ac:chgData name="lak a" userId="34485148bf8a177f" providerId="LiveId" clId="{605851C8-D583-44BA-BD68-F7592C6941E9}" dt="2025-03-17T05:47:15.813" v="161" actId="1076"/>
          <ac:spMkLst>
            <pc:docMk/>
            <pc:sldMk cId="3341343812" sldId="313"/>
            <ac:spMk id="4" creationId="{E9AE2AC7-1218-F556-166F-E6416825E82B}"/>
          </ac:spMkLst>
        </pc:spChg>
        <pc:spChg chg="mod">
          <ac:chgData name="lak a" userId="34485148bf8a177f" providerId="LiveId" clId="{605851C8-D583-44BA-BD68-F7592C6941E9}" dt="2025-03-17T05:48:09.426" v="166" actId="403"/>
          <ac:spMkLst>
            <pc:docMk/>
            <pc:sldMk cId="3341343812" sldId="313"/>
            <ac:spMk id="5" creationId="{D2A0CB9A-C15F-9AC3-36C9-37B50D27AD57}"/>
          </ac:spMkLst>
        </pc:spChg>
      </pc:sldChg>
      <pc:sldChg chg="modSp add mod">
        <pc:chgData name="lak a" userId="34485148bf8a177f" providerId="LiveId" clId="{605851C8-D583-44BA-BD68-F7592C6941E9}" dt="2025-03-18T17:42:34.282" v="252" actId="1076"/>
        <pc:sldMkLst>
          <pc:docMk/>
          <pc:sldMk cId="2060602213" sldId="314"/>
        </pc:sldMkLst>
        <pc:spChg chg="mod">
          <ac:chgData name="lak a" userId="34485148bf8a177f" providerId="LiveId" clId="{605851C8-D583-44BA-BD68-F7592C6941E9}" dt="2025-03-18T17:42:34.282" v="252" actId="1076"/>
          <ac:spMkLst>
            <pc:docMk/>
            <pc:sldMk cId="2060602213" sldId="314"/>
            <ac:spMk id="77" creationId="{A3A03D2A-0378-9BEA-5122-7EDF2A9CC37C}"/>
          </ac:spMkLst>
        </pc:spChg>
        <pc:spChg chg="mod">
          <ac:chgData name="lak a" userId="34485148bf8a177f" providerId="LiveId" clId="{605851C8-D583-44BA-BD68-F7592C6941E9}" dt="2025-03-18T17:42:02.462" v="249" actId="1076"/>
          <ac:spMkLst>
            <pc:docMk/>
            <pc:sldMk cId="2060602213" sldId="314"/>
            <ac:spMk id="81" creationId="{B8FDFA02-C77F-39E3-3ADD-874021836363}"/>
          </ac:spMkLst>
        </pc:spChg>
        <pc:spChg chg="mod">
          <ac:chgData name="lak a" userId="34485148bf8a177f" providerId="LiveId" clId="{605851C8-D583-44BA-BD68-F7592C6941E9}" dt="2025-03-18T17:42:07.761" v="250" actId="1076"/>
          <ac:spMkLst>
            <pc:docMk/>
            <pc:sldMk cId="2060602213" sldId="314"/>
            <ac:spMk id="87" creationId="{AFD9CF70-89E7-1C26-3C49-A7C1742F06D2}"/>
          </ac:spMkLst>
        </pc:spChg>
        <pc:spChg chg="mod">
          <ac:chgData name="lak a" userId="34485148bf8a177f" providerId="LiveId" clId="{605851C8-D583-44BA-BD68-F7592C6941E9}" dt="2025-03-18T17:41:45.415" v="247" actId="1076"/>
          <ac:spMkLst>
            <pc:docMk/>
            <pc:sldMk cId="2060602213" sldId="314"/>
            <ac:spMk id="92" creationId="{5F19AAFD-3D94-B1AC-2038-E19B8E52F065}"/>
          </ac:spMkLst>
        </pc:spChg>
        <pc:spChg chg="mod">
          <ac:chgData name="lak a" userId="34485148bf8a177f" providerId="LiveId" clId="{605851C8-D583-44BA-BD68-F7592C6941E9}" dt="2025-03-18T17:41:38.117" v="246" actId="1076"/>
          <ac:spMkLst>
            <pc:docMk/>
            <pc:sldMk cId="2060602213" sldId="314"/>
            <ac:spMk id="97" creationId="{B5F988EC-B4D2-063B-BCC4-0542A1FF055B}"/>
          </ac:spMkLst>
        </pc:spChg>
        <pc:grpChg chg="mod">
          <ac:chgData name="lak a" userId="34485148bf8a177f" providerId="LiveId" clId="{605851C8-D583-44BA-BD68-F7592C6941E9}" dt="2025-03-18T17:41:51.645" v="248" actId="1076"/>
          <ac:grpSpMkLst>
            <pc:docMk/>
            <pc:sldMk cId="2060602213" sldId="314"/>
            <ac:grpSpMk id="88" creationId="{B6AADFD4-E8C3-BB7D-A4A7-D7ED8023D1E1}"/>
          </ac:grpSpMkLst>
        </pc:grpChg>
      </pc:sldChg>
      <pc:sldChg chg="modSp mod">
        <pc:chgData name="lak a" userId="34485148bf8a177f" providerId="LiveId" clId="{605851C8-D583-44BA-BD68-F7592C6941E9}" dt="2025-03-17T05:55:10.409" v="206" actId="20577"/>
        <pc:sldMkLst>
          <pc:docMk/>
          <pc:sldMk cId="47504028" sldId="317"/>
        </pc:sldMkLst>
        <pc:spChg chg="mod">
          <ac:chgData name="lak a" userId="34485148bf8a177f" providerId="LiveId" clId="{605851C8-D583-44BA-BD68-F7592C6941E9}" dt="2025-03-17T05:54:44.629" v="204" actId="403"/>
          <ac:spMkLst>
            <pc:docMk/>
            <pc:sldMk cId="47504028" sldId="317"/>
            <ac:spMk id="5" creationId="{1D06064C-C35C-DF02-D287-B503E041543B}"/>
          </ac:spMkLst>
        </pc:spChg>
        <pc:spChg chg="mod">
          <ac:chgData name="lak a" userId="34485148bf8a177f" providerId="LiveId" clId="{605851C8-D583-44BA-BD68-F7592C6941E9}" dt="2025-03-17T05:55:10.409" v="206" actId="20577"/>
          <ac:spMkLst>
            <pc:docMk/>
            <pc:sldMk cId="47504028" sldId="317"/>
            <ac:spMk id="6" creationId="{92B1124D-6CAC-4FC1-A4DC-30BD18F7A51A}"/>
          </ac:spMkLst>
        </pc:spChg>
        <pc:spChg chg="mod">
          <ac:chgData name="lak a" userId="34485148bf8a177f" providerId="LiveId" clId="{605851C8-D583-44BA-BD68-F7592C6941E9}" dt="2025-03-17T05:54:54.337" v="205" actId="403"/>
          <ac:spMkLst>
            <pc:docMk/>
            <pc:sldMk cId="47504028" sldId="317"/>
            <ac:spMk id="7" creationId="{DE44F841-4391-8749-9DA9-A56533EEFBE1}"/>
          </ac:spMkLst>
        </pc:spChg>
      </pc:sldChg>
      <pc:sldChg chg="modSp mod">
        <pc:chgData name="lak a" userId="34485148bf8a177f" providerId="LiveId" clId="{605851C8-D583-44BA-BD68-F7592C6941E9}" dt="2025-03-17T07:26:35.902" v="219" actId="14100"/>
        <pc:sldMkLst>
          <pc:docMk/>
          <pc:sldMk cId="2901330264" sldId="531"/>
        </pc:sldMkLst>
        <pc:spChg chg="mod">
          <ac:chgData name="lak a" userId="34485148bf8a177f" providerId="LiveId" clId="{605851C8-D583-44BA-BD68-F7592C6941E9}" dt="2025-03-17T07:26:26.214" v="218" actId="14100"/>
          <ac:spMkLst>
            <pc:docMk/>
            <pc:sldMk cId="2901330264" sldId="531"/>
            <ac:spMk id="16" creationId="{C323D64D-BE3D-E115-33E9-192C329B4C2B}"/>
          </ac:spMkLst>
        </pc:spChg>
        <pc:spChg chg="mod">
          <ac:chgData name="lak a" userId="34485148bf8a177f" providerId="LiveId" clId="{605851C8-D583-44BA-BD68-F7592C6941E9}" dt="2025-03-17T07:25:04.335" v="210" actId="2710"/>
          <ac:spMkLst>
            <pc:docMk/>
            <pc:sldMk cId="2901330264" sldId="531"/>
            <ac:spMk id="19" creationId="{037B6323-B919-404C-9A53-E2D1EEBBC29E}"/>
          </ac:spMkLst>
        </pc:spChg>
        <pc:spChg chg="mod">
          <ac:chgData name="lak a" userId="34485148bf8a177f" providerId="LiveId" clId="{605851C8-D583-44BA-BD68-F7592C6941E9}" dt="2025-03-17T05:41:20.218" v="151" actId="20577"/>
          <ac:spMkLst>
            <pc:docMk/>
            <pc:sldMk cId="2901330264" sldId="531"/>
            <ac:spMk id="23" creationId="{D8F66EB9-9CBE-8ACD-E616-93A5AE55CF5C}"/>
          </ac:spMkLst>
        </pc:spChg>
        <pc:picChg chg="mod">
          <ac:chgData name="lak a" userId="34485148bf8a177f" providerId="LiveId" clId="{605851C8-D583-44BA-BD68-F7592C6941E9}" dt="2025-03-17T07:26:35.902" v="219" actId="14100"/>
          <ac:picMkLst>
            <pc:docMk/>
            <pc:sldMk cId="2901330264" sldId="531"/>
            <ac:picMk id="5" creationId="{AD01CF2C-8332-E700-171E-F6425D2B2D23}"/>
          </ac:picMkLst>
        </pc:picChg>
      </pc:sldChg>
      <pc:sldChg chg="modSp add del mod">
        <pc:chgData name="lak a" userId="34485148bf8a177f" providerId="LiveId" clId="{605851C8-D583-44BA-BD68-F7592C6941E9}" dt="2025-03-19T04:55:44.068" v="296" actId="2696"/>
        <pc:sldMkLst>
          <pc:docMk/>
          <pc:sldMk cId="1995428012" sldId="532"/>
        </pc:sldMkLst>
        <pc:spChg chg="mod">
          <ac:chgData name="lak a" userId="34485148bf8a177f" providerId="LiveId" clId="{605851C8-D583-44BA-BD68-F7592C6941E9}" dt="2025-03-19T04:54:58.615" v="295" actId="20577"/>
          <ac:spMkLst>
            <pc:docMk/>
            <pc:sldMk cId="1995428012" sldId="532"/>
            <ac:spMk id="5" creationId="{260EAF32-7213-2CCB-4658-501C4BEA8CF4}"/>
          </ac:spMkLst>
        </pc:spChg>
      </pc:sldChg>
      <pc:sldChg chg="addSp delSp modSp mod ord">
        <pc:chgData name="lak a" userId="34485148bf8a177f" providerId="LiveId" clId="{605851C8-D583-44BA-BD68-F7592C6941E9}" dt="2025-03-18T17:38:19.862" v="233"/>
        <pc:sldMkLst>
          <pc:docMk/>
          <pc:sldMk cId="2585964832" sldId="533"/>
        </pc:sldMkLst>
        <pc:spChg chg="mod">
          <ac:chgData name="lak a" userId="34485148bf8a177f" providerId="LiveId" clId="{605851C8-D583-44BA-BD68-F7592C6941E9}" dt="2025-03-17T05:52:53.865" v="191" actId="1076"/>
          <ac:spMkLst>
            <pc:docMk/>
            <pc:sldMk cId="2585964832" sldId="533"/>
            <ac:spMk id="4" creationId="{8A9324EE-9300-A63E-CB30-D00FED73E1B0}"/>
          </ac:spMkLst>
        </pc:spChg>
        <pc:picChg chg="add del mod">
          <ac:chgData name="lak a" userId="34485148bf8a177f" providerId="LiveId" clId="{605851C8-D583-44BA-BD68-F7592C6941E9}" dt="2025-03-18T17:36:29.524" v="229" actId="21"/>
          <ac:picMkLst>
            <pc:docMk/>
            <pc:sldMk cId="2585964832" sldId="533"/>
            <ac:picMk id="2" creationId="{8BCCED7E-E36C-49FB-609E-8390BE24BBE5}"/>
          </ac:picMkLst>
        </pc:picChg>
        <pc:picChg chg="del mod modCrop">
          <ac:chgData name="lak a" userId="34485148bf8a177f" providerId="LiveId" clId="{605851C8-D583-44BA-BD68-F7592C6941E9}" dt="2025-03-18T17:36:19.900" v="227" actId="21"/>
          <ac:picMkLst>
            <pc:docMk/>
            <pc:sldMk cId="2585964832" sldId="533"/>
            <ac:picMk id="6" creationId="{8BCCED7E-E36C-49FB-609E-8390BE24BBE5}"/>
          </ac:picMkLst>
        </pc:picChg>
        <pc:picChg chg="add del mod">
          <ac:chgData name="lak a" userId="34485148bf8a177f" providerId="LiveId" clId="{605851C8-D583-44BA-BD68-F7592C6941E9}" dt="2025-03-18T17:37:29.234" v="232" actId="21"/>
          <ac:picMkLst>
            <pc:docMk/>
            <pc:sldMk cId="2585964832" sldId="533"/>
            <ac:picMk id="7" creationId="{C43CDCE4-423C-374F-5B29-57EC8F0839BF}"/>
          </ac:picMkLst>
        </pc:picChg>
        <pc:picChg chg="add mod">
          <ac:chgData name="lak a" userId="34485148bf8a177f" providerId="LiveId" clId="{605851C8-D583-44BA-BD68-F7592C6941E9}" dt="2025-03-18T17:38:19.862" v="233"/>
          <ac:picMkLst>
            <pc:docMk/>
            <pc:sldMk cId="2585964832" sldId="533"/>
            <ac:picMk id="9" creationId="{5F92FF8B-B840-E2BD-B433-60B584F3A7AF}"/>
          </ac:picMkLst>
        </pc:picChg>
      </pc:sldChg>
      <pc:sldChg chg="del">
        <pc:chgData name="lak a" userId="34485148bf8a177f" providerId="LiveId" clId="{605851C8-D583-44BA-BD68-F7592C6941E9}" dt="2025-02-05T09:13:48.047" v="92" actId="2696"/>
        <pc:sldMkLst>
          <pc:docMk/>
          <pc:sldMk cId="1928202833" sldId="534"/>
        </pc:sldMkLst>
      </pc:sldChg>
      <pc:sldChg chg="new del">
        <pc:chgData name="lak a" userId="34485148bf8a177f" providerId="LiveId" clId="{605851C8-D583-44BA-BD68-F7592C6941E9}" dt="2025-02-05T08:08:13.418" v="27" actId="2696"/>
        <pc:sldMkLst>
          <pc:docMk/>
          <pc:sldMk cId="530203650" sldId="535"/>
        </pc:sldMkLst>
      </pc:sldChg>
      <pc:sldChg chg="addSp delSp modSp new del mod">
        <pc:chgData name="lak a" userId="34485148bf8a177f" providerId="LiveId" clId="{605851C8-D583-44BA-BD68-F7592C6941E9}" dt="2025-02-05T08:08:10.189" v="26" actId="2696"/>
        <pc:sldMkLst>
          <pc:docMk/>
          <pc:sldMk cId="2410412813" sldId="536"/>
        </pc:sldMkLst>
      </pc:sldChg>
      <pc:sldChg chg="addSp delSp modSp new mod">
        <pc:chgData name="lak a" userId="34485148bf8a177f" providerId="LiveId" clId="{605851C8-D583-44BA-BD68-F7592C6941E9}" dt="2025-03-18T17:50:26.505" v="277" actId="1076"/>
        <pc:sldMkLst>
          <pc:docMk/>
          <pc:sldMk cId="1137151938" sldId="537"/>
        </pc:sldMkLst>
        <pc:spChg chg="add del mod">
          <ac:chgData name="lak a" userId="34485148bf8a177f" providerId="LiveId" clId="{605851C8-D583-44BA-BD68-F7592C6941E9}" dt="2025-03-18T17:48:17.986" v="259"/>
          <ac:spMkLst>
            <pc:docMk/>
            <pc:sldMk cId="1137151938" sldId="537"/>
            <ac:spMk id="5" creationId="{32C578CE-957D-B171-B711-EE68268A6DCD}"/>
          </ac:spMkLst>
        </pc:spChg>
        <pc:spChg chg="add mod">
          <ac:chgData name="lak a" userId="34485148bf8a177f" providerId="LiveId" clId="{605851C8-D583-44BA-BD68-F7592C6941E9}" dt="2025-03-18T17:50:26.505" v="277" actId="1076"/>
          <ac:spMkLst>
            <pc:docMk/>
            <pc:sldMk cId="1137151938" sldId="537"/>
            <ac:spMk id="9" creationId="{F5BD5770-0D6B-C0BC-B6B4-A65FA2E5B3AE}"/>
          </ac:spMkLst>
        </pc:spChg>
        <pc:spChg chg="add del mod">
          <ac:chgData name="lak a" userId="34485148bf8a177f" providerId="LiveId" clId="{605851C8-D583-44BA-BD68-F7592C6941E9}" dt="2025-03-18T17:48:31.043" v="262" actId="21"/>
          <ac:spMkLst>
            <pc:docMk/>
            <pc:sldMk cId="1137151938" sldId="537"/>
            <ac:spMk id="11" creationId="{A3432B74-5B51-D89C-6CE4-79056F40810A}"/>
          </ac:spMkLst>
        </pc:spChg>
        <pc:picChg chg="add mod">
          <ac:chgData name="lak a" userId="34485148bf8a177f" providerId="LiveId" clId="{605851C8-D583-44BA-BD68-F7592C6941E9}" dt="2025-03-18T17:49:50.558" v="274" actId="1076"/>
          <ac:picMkLst>
            <pc:docMk/>
            <pc:sldMk cId="1137151938" sldId="537"/>
            <ac:picMk id="3" creationId="{0297F820-7050-E90C-26C4-C10FF66E2E1F}"/>
          </ac:picMkLst>
        </pc:picChg>
        <pc:picChg chg="add del mod">
          <ac:chgData name="lak a" userId="34485148bf8a177f" providerId="LiveId" clId="{605851C8-D583-44BA-BD68-F7592C6941E9}" dt="2025-03-18T17:48:23.521" v="261" actId="21"/>
          <ac:picMkLst>
            <pc:docMk/>
            <pc:sldMk cId="1137151938" sldId="537"/>
            <ac:picMk id="7" creationId="{AF7C0096-9470-78FB-16E1-57FC8F1530ED}"/>
          </ac:picMkLst>
        </pc:picChg>
        <pc:picChg chg="add del mod">
          <ac:chgData name="lak a" userId="34485148bf8a177f" providerId="LiveId" clId="{605851C8-D583-44BA-BD68-F7592C6941E9}" dt="2025-03-18T17:47:11.139" v="254" actId="21"/>
          <ac:picMkLst>
            <pc:docMk/>
            <pc:sldMk cId="1137151938" sldId="537"/>
            <ac:picMk id="8" creationId="{86895FDB-EA5B-E635-6E03-AFF7D7DB4637}"/>
          </ac:picMkLst>
        </pc:picChg>
        <pc:picChg chg="add del mod">
          <ac:chgData name="lak a" userId="34485148bf8a177f" providerId="LiveId" clId="{605851C8-D583-44BA-BD68-F7592C6941E9}" dt="2025-03-18T17:48:01.987" v="258" actId="21"/>
          <ac:picMkLst>
            <pc:docMk/>
            <pc:sldMk cId="1137151938" sldId="537"/>
            <ac:picMk id="12" creationId="{76A03186-64B0-6115-0741-B18FECAC977C}"/>
          </ac:picMkLst>
        </pc:picChg>
        <pc:picChg chg="add mod">
          <ac:chgData name="lak a" userId="34485148bf8a177f" providerId="LiveId" clId="{605851C8-D583-44BA-BD68-F7592C6941E9}" dt="2025-03-18T17:49:16.790" v="268" actId="14100"/>
          <ac:picMkLst>
            <pc:docMk/>
            <pc:sldMk cId="1137151938" sldId="537"/>
            <ac:picMk id="14" creationId="{EA3B6E5C-3367-E803-7BB7-A6CC37566AB8}"/>
          </ac:picMkLst>
        </pc:picChg>
      </pc:sldChg>
      <pc:sldChg chg="addSp delSp modSp new mod modAnim">
        <pc:chgData name="lak a" userId="34485148bf8a177f" providerId="LiveId" clId="{605851C8-D583-44BA-BD68-F7592C6941E9}" dt="2025-02-05T09:10:41.610" v="91" actId="1036"/>
        <pc:sldMkLst>
          <pc:docMk/>
          <pc:sldMk cId="481034049" sldId="538"/>
        </pc:sldMkLst>
        <pc:picChg chg="add mod">
          <ac:chgData name="lak a" userId="34485148bf8a177f" providerId="LiveId" clId="{605851C8-D583-44BA-BD68-F7592C6941E9}" dt="2025-02-05T09:10:41.610" v="91" actId="1036"/>
          <ac:picMkLst>
            <pc:docMk/>
            <pc:sldMk cId="481034049" sldId="538"/>
            <ac:picMk id="3" creationId="{5D2B4D96-D4CC-EA9E-BF3A-4C9604054801}"/>
          </ac:picMkLst>
        </pc:picChg>
      </pc:sldChg>
      <pc:sldChg chg="addSp delSp modSp new mod">
        <pc:chgData name="lak a" userId="34485148bf8a177f" providerId="LiveId" clId="{605851C8-D583-44BA-BD68-F7592C6941E9}" dt="2025-03-17T05:49:30.219" v="178" actId="1076"/>
        <pc:sldMkLst>
          <pc:docMk/>
          <pc:sldMk cId="2966081611" sldId="539"/>
        </pc:sldMkLst>
        <pc:spChg chg="add mod">
          <ac:chgData name="lak a" userId="34485148bf8a177f" providerId="LiveId" clId="{605851C8-D583-44BA-BD68-F7592C6941E9}" dt="2025-03-17T05:49:30.219" v="178" actId="1076"/>
          <ac:spMkLst>
            <pc:docMk/>
            <pc:sldMk cId="2966081611" sldId="539"/>
            <ac:spMk id="6" creationId="{632BACA5-01A2-0DAD-FFA9-AE02F5232BE0}"/>
          </ac:spMkLst>
        </pc:spChg>
        <pc:graphicFrameChg chg="add mod modGraphic">
          <ac:chgData name="lak a" userId="34485148bf8a177f" providerId="LiveId" clId="{605851C8-D583-44BA-BD68-F7592C6941E9}" dt="2025-03-17T05:38:21.837" v="131" actId="14100"/>
          <ac:graphicFrameMkLst>
            <pc:docMk/>
            <pc:sldMk cId="2966081611" sldId="539"/>
            <ac:graphicFrameMk id="4" creationId="{B2A327C9-A5C3-6613-AA60-EDE58AA87B7F}"/>
          </ac:graphicFrameMkLst>
        </pc:graphicFrameChg>
      </pc:sldChg>
      <pc:sldChg chg="new del">
        <pc:chgData name="lak a" userId="34485148bf8a177f" providerId="LiveId" clId="{605851C8-D583-44BA-BD68-F7592C6941E9}" dt="2025-03-18T17:40:35.676" v="243" actId="2696"/>
        <pc:sldMkLst>
          <pc:docMk/>
          <pc:sldMk cId="21935391" sldId="540"/>
        </pc:sldMkLst>
      </pc:sldChg>
      <pc:sldChg chg="new del">
        <pc:chgData name="lak a" userId="34485148bf8a177f" providerId="LiveId" clId="{605851C8-D583-44BA-BD68-F7592C6941E9}" dt="2025-03-18T17:43:07.621" v="253" actId="2696"/>
        <pc:sldMkLst>
          <pc:docMk/>
          <pc:sldMk cId="91503400" sldId="540"/>
        </pc:sldMkLst>
      </pc:sldChg>
      <pc:sldChg chg="addSp delSp modSp new del mod">
        <pc:chgData name="lak a" userId="34485148bf8a177f" providerId="LiveId" clId="{605851C8-D583-44BA-BD68-F7592C6941E9}" dt="2025-03-19T04:55:47.582" v="297" actId="2696"/>
        <pc:sldMkLst>
          <pc:docMk/>
          <pc:sldMk cId="1961048645" sldId="540"/>
        </pc:sldMkLst>
        <pc:spChg chg="del">
          <ac:chgData name="lak a" userId="34485148bf8a177f" providerId="LiveId" clId="{605851C8-D583-44BA-BD68-F7592C6941E9}" dt="2025-03-19T04:52:44.967" v="279" actId="21"/>
          <ac:spMkLst>
            <pc:docMk/>
            <pc:sldMk cId="1961048645" sldId="540"/>
            <ac:spMk id="2" creationId="{D4BF28EA-06C9-9C2F-6E8E-92476D0AD71E}"/>
          </ac:spMkLst>
        </pc:spChg>
        <pc:spChg chg="add del mod">
          <ac:chgData name="lak a" userId="34485148bf8a177f" providerId="LiveId" clId="{605851C8-D583-44BA-BD68-F7592C6941E9}" dt="2025-03-19T04:54:29.310" v="291"/>
          <ac:spMkLst>
            <pc:docMk/>
            <pc:sldMk cId="1961048645" sldId="540"/>
            <ac:spMk id="3" creationId="{5382C34D-5E89-E88D-085B-24FA10E8BF8E}"/>
          </ac:spMkLst>
        </pc:spChg>
        <pc:spChg chg="add mod">
          <ac:chgData name="lak a" userId="34485148bf8a177f" providerId="LiveId" clId="{605851C8-D583-44BA-BD68-F7592C6941E9}" dt="2025-03-19T04:54:27.847" v="289"/>
          <ac:spMkLst>
            <pc:docMk/>
            <pc:sldMk cId="1961048645" sldId="540"/>
            <ac:spMk id="4" creationId="{A8B79E0E-5913-5361-144F-2D112EFB5130}"/>
          </ac:spMkLst>
        </pc:spChg>
        <pc:spChg chg="add del mod">
          <ac:chgData name="lak a" userId="34485148bf8a177f" providerId="LiveId" clId="{605851C8-D583-44BA-BD68-F7592C6941E9}" dt="2025-03-19T04:54:33.962" v="293" actId="21"/>
          <ac:spMkLst>
            <pc:docMk/>
            <pc:sldMk cId="1961048645" sldId="540"/>
            <ac:spMk id="5" creationId="{50E1257D-B151-4913-4F47-064CFA0B5DD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19-03-2025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8436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55488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8</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1035550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18872" y="1"/>
            <a:ext cx="12477289" cy="69186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374904" y="4059582"/>
            <a:ext cx="11484864"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858484"/>
            <a:ext cx="3881655" cy="1492676"/>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Verdana" panose="020B0604030504040204" pitchFamily="34" charset="0"/>
                <a:ea typeface="Verdana" panose="020B0604030504040204" pitchFamily="34" charset="0"/>
                <a:cs typeface="Montserrat Medium"/>
                <a:sym typeface="Montserrat Medium"/>
              </a:rPr>
              <a:t>Project Team </a:t>
            </a:r>
          </a:p>
          <a:p>
            <a:pPr marL="285750" marR="0" lvl="0" indent="-285750" rtl="0">
              <a:lnSpc>
                <a:spcPct val="15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Verdana" panose="020B0604030504040204" pitchFamily="34" charset="0"/>
                <a:ea typeface="Verdana" panose="020B0604030504040204" pitchFamily="34" charset="0"/>
                <a:sym typeface="Montserrat Medium"/>
              </a:rPr>
              <a:t>BU21EECE0100524 Sudeep B S</a:t>
            </a:r>
          </a:p>
          <a:p>
            <a:pPr marL="285750" indent="-285750">
              <a:lnSpc>
                <a:spcPct val="150000"/>
              </a:lnSpc>
              <a:buSzPts val="1400"/>
              <a:buFont typeface="Arial" panose="020B0604020202020204" pitchFamily="34" charset="0"/>
              <a:buChar char="•"/>
            </a:pPr>
            <a:r>
              <a:rPr lang="en-US" sz="1400" b="1" i="0" u="none" strike="noStrike" cap="none" dirty="0">
                <a:solidFill>
                  <a:schemeClr val="dk1"/>
                </a:solidFill>
                <a:latin typeface="Verdana" panose="020B0604030504040204" pitchFamily="34" charset="0"/>
                <a:ea typeface="Verdana" panose="020B0604030504040204" pitchFamily="34" charset="0"/>
                <a:sym typeface="Montserrat Medium"/>
              </a:rPr>
              <a:t>BU21EECE0100553 Lakshman B H</a:t>
            </a:r>
            <a:endParaRPr lang="en-US" sz="1400" b="1" i="0" u="none" strike="noStrike" cap="none" dirty="0">
              <a:solidFill>
                <a:schemeClr val="dk1"/>
              </a:solidFill>
              <a:latin typeface="Verdana" panose="020B0604030504040204" pitchFamily="34" charset="0"/>
              <a:ea typeface="Verdana" panose="020B0604030504040204" pitchFamily="34" charset="0"/>
              <a:sym typeface="Arial"/>
            </a:endParaRPr>
          </a:p>
          <a:p>
            <a:pPr marL="285750" indent="-285750">
              <a:lnSpc>
                <a:spcPct val="150000"/>
              </a:lnSpc>
              <a:buSzPts val="1400"/>
              <a:buFont typeface="Arial" panose="020B0604020202020204" pitchFamily="34" charset="0"/>
              <a:buChar char="•"/>
            </a:pPr>
            <a:r>
              <a:rPr lang="en-US" sz="1400" b="1" i="0" u="none" strike="noStrike" cap="none" dirty="0">
                <a:solidFill>
                  <a:schemeClr val="dk1"/>
                </a:solidFill>
                <a:latin typeface="Verdana" panose="020B0604030504040204" pitchFamily="34" charset="0"/>
                <a:ea typeface="Verdana" panose="020B0604030504040204" pitchFamily="34" charset="0"/>
                <a:sym typeface="Montserrat Medium"/>
              </a:rPr>
              <a:t>BU21EECE0100574 Darshan D M</a:t>
            </a:r>
            <a:endParaRPr lang="en-US" sz="1400" b="1" i="0" u="none" strike="noStrike" cap="none" dirty="0">
              <a:solidFill>
                <a:schemeClr val="dk1"/>
              </a:solidFill>
              <a:latin typeface="Verdana" panose="020B0604030504040204" pitchFamily="34" charset="0"/>
              <a:ea typeface="Verdana" panose="020B0604030504040204" pitchFamily="34" charset="0"/>
              <a:sym typeface="Arial"/>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tx1"/>
                </a:solidFill>
                <a:latin typeface="Verdana" panose="020B0604030504040204" pitchFamily="34" charset="0"/>
                <a:ea typeface="Verdana" panose="020B0604030504040204" pitchFamily="34" charset="0"/>
                <a:sym typeface="Montserrat Medium"/>
              </a:rPr>
              <a:t>Dr. P Sundararaman</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Ambar Bajpai</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2812360" y="409821"/>
            <a:ext cx="673873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800" b="1" i="0" u="none" strike="noStrike" cap="none" dirty="0">
                <a:solidFill>
                  <a:schemeClr val="accent4"/>
                </a:solidFill>
                <a:latin typeface="Times New Roman" pitchFamily="18" charset="0"/>
                <a:ea typeface="Montserrat"/>
                <a:cs typeface="Times New Roman" pitchFamily="18" charset="0"/>
                <a:sym typeface="Montserrat"/>
              </a:rPr>
              <a:t>Smart Energy Meter for Domestic Usages </a:t>
            </a:r>
            <a:endParaRPr lang="en-US" sz="2800" b="1" i="0" u="none" strike="noStrike" cap="none" dirty="0">
              <a:solidFill>
                <a:schemeClr val="accent4"/>
              </a:solidFill>
              <a:latin typeface="Montserrat"/>
              <a:ea typeface="Montserrat"/>
              <a:cs typeface="Montserrat"/>
              <a:sym typeface="Montserrat"/>
            </a:endParaRP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4106192" y="1072201"/>
            <a:ext cx="4005016"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Mid-Review 3</a:t>
            </a:r>
            <a:endParaRPr lang="en-US" sz="2000"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4" y="3194604"/>
            <a:ext cx="2432050" cy="468792"/>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2021-25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156701" y="2965412"/>
            <a:ext cx="2901546" cy="818907"/>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Major Project</a:t>
            </a:r>
          </a:p>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Project ID: </a:t>
            </a:r>
            <a:r>
              <a:rPr lang="en-US" sz="1800" b="1" dirty="0">
                <a:solidFill>
                  <a:schemeClr val="lt1"/>
                </a:solidFill>
                <a:latin typeface="Verdana"/>
                <a:ea typeface="Verdana"/>
                <a:cs typeface="Verdana"/>
                <a:sym typeface="Verdana"/>
              </a:rPr>
              <a:t>Alpha 10(P2)</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76"/>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112" name="Google Shape;112;p76"/>
          <p:cNvGrpSpPr/>
          <p:nvPr/>
        </p:nvGrpSpPr>
        <p:grpSpPr>
          <a:xfrm>
            <a:off x="11856720" y="140636"/>
            <a:ext cx="223520" cy="990718"/>
            <a:chOff x="11856720" y="140636"/>
            <a:chExt cx="223520" cy="990718"/>
          </a:xfrm>
        </p:grpSpPr>
        <p:grpSp>
          <p:nvGrpSpPr>
            <p:cNvPr id="113" name="Google Shape;113;p76"/>
            <p:cNvGrpSpPr/>
            <p:nvPr/>
          </p:nvGrpSpPr>
          <p:grpSpPr>
            <a:xfrm>
              <a:off x="11856720" y="660278"/>
              <a:ext cx="223520" cy="471076"/>
              <a:chOff x="9734551" y="3138055"/>
              <a:chExt cx="2457449" cy="1328450"/>
            </a:xfrm>
          </p:grpSpPr>
          <p:sp>
            <p:nvSpPr>
              <p:cNvPr id="114" name="Google Shape;114;p76"/>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5" name="Google Shape;115;p76"/>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6" name="Google Shape;116;p76"/>
            <p:cNvGrpSpPr/>
            <p:nvPr/>
          </p:nvGrpSpPr>
          <p:grpSpPr>
            <a:xfrm>
              <a:off x="11856720" y="140636"/>
              <a:ext cx="223520" cy="471076"/>
              <a:chOff x="9734551" y="3138055"/>
              <a:chExt cx="2457449" cy="1328450"/>
            </a:xfrm>
          </p:grpSpPr>
          <p:sp>
            <p:nvSpPr>
              <p:cNvPr id="117" name="Google Shape;117;p76"/>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8" name="Google Shape;118;p76"/>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7" name="Picture 6" descr="A logo with text overlay&#10;&#10;Description automatically generated">
            <a:extLst>
              <a:ext uri="{FF2B5EF4-FFF2-40B4-BE49-F238E27FC236}">
                <a16:creationId xmlns:a16="http://schemas.microsoft.com/office/drawing/2014/main" id="{1FDBF49F-EBC8-595E-8495-305F025C20F6}"/>
              </a:ext>
            </a:extLst>
          </p:cNvPr>
          <p:cNvPicPr>
            <a:picLocks noChangeAspect="1"/>
          </p:cNvPicPr>
          <p:nvPr/>
        </p:nvPicPr>
        <p:blipFill rotWithShape="1">
          <a:blip r:embed="rId4"/>
          <a:srcRect l="37906" t="34096" r="9606" b="36394"/>
          <a:stretch/>
        </p:blipFill>
        <p:spPr>
          <a:xfrm>
            <a:off x="11125200" y="11945"/>
            <a:ext cx="1066800" cy="599768"/>
          </a:xfrm>
          <a:prstGeom prst="rect">
            <a:avLst/>
          </a:prstGeom>
        </p:spPr>
      </p:pic>
      <p:sp>
        <p:nvSpPr>
          <p:cNvPr id="8" name="Google Shape;125;p3">
            <a:extLst>
              <a:ext uri="{FF2B5EF4-FFF2-40B4-BE49-F238E27FC236}">
                <a16:creationId xmlns:a16="http://schemas.microsoft.com/office/drawing/2014/main" id="{80C5FE84-A4F7-9B31-B0D9-70C0F0AE2C47}"/>
              </a:ext>
            </a:extLst>
          </p:cNvPr>
          <p:cNvSpPr txBox="1"/>
          <p:nvPr/>
        </p:nvSpPr>
        <p:spPr>
          <a:xfrm>
            <a:off x="838200" y="109810"/>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Montserrat"/>
                <a:ea typeface="Montserrat"/>
                <a:cs typeface="Montserrat"/>
                <a:sym typeface="Montserrat"/>
              </a:rPr>
              <a:t>Project Group – Details</a:t>
            </a:r>
            <a:endParaRPr lang="en-US" sz="1600" dirty="0"/>
          </a:p>
        </p:txBody>
      </p:sp>
      <p:grpSp>
        <p:nvGrpSpPr>
          <p:cNvPr id="16" name="Group 15">
            <a:extLst>
              <a:ext uri="{FF2B5EF4-FFF2-40B4-BE49-F238E27FC236}">
                <a16:creationId xmlns:a16="http://schemas.microsoft.com/office/drawing/2014/main" id="{3214F0F0-0070-3598-A718-7B19F2871B93}"/>
              </a:ext>
            </a:extLst>
          </p:cNvPr>
          <p:cNvGrpSpPr/>
          <p:nvPr/>
        </p:nvGrpSpPr>
        <p:grpSpPr>
          <a:xfrm>
            <a:off x="550606" y="762414"/>
            <a:ext cx="10965118" cy="305674"/>
            <a:chOff x="550606" y="762414"/>
            <a:chExt cx="10965118" cy="305674"/>
          </a:xfrm>
          <a:solidFill>
            <a:schemeClr val="tx2">
              <a:lumMod val="10000"/>
            </a:schemeClr>
          </a:solidFill>
        </p:grpSpPr>
        <p:sp>
          <p:nvSpPr>
            <p:cNvPr id="2" name="Google Shape;120;p76">
              <a:extLst>
                <a:ext uri="{FF2B5EF4-FFF2-40B4-BE49-F238E27FC236}">
                  <a16:creationId xmlns:a16="http://schemas.microsoft.com/office/drawing/2014/main" id="{73BC9062-DCB3-7306-E819-DCC861C0023D}"/>
                </a:ext>
              </a:extLst>
            </p:cNvPr>
            <p:cNvSpPr/>
            <p:nvPr/>
          </p:nvSpPr>
          <p:spPr>
            <a:xfrm>
              <a:off x="550606" y="765905"/>
              <a:ext cx="2114338" cy="302183"/>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Photo </a:t>
              </a:r>
              <a:endParaRPr sz="1000" b="1" i="0" u="none" strike="noStrike" cap="none" dirty="0">
                <a:solidFill>
                  <a:srgbClr val="000000"/>
                </a:solidFill>
                <a:latin typeface="Arial"/>
                <a:ea typeface="Arial"/>
                <a:cs typeface="Arial"/>
                <a:sym typeface="Arial"/>
              </a:endParaRPr>
            </a:p>
          </p:txBody>
        </p:sp>
        <p:sp>
          <p:nvSpPr>
            <p:cNvPr id="9" name="Google Shape;120;p76">
              <a:extLst>
                <a:ext uri="{FF2B5EF4-FFF2-40B4-BE49-F238E27FC236}">
                  <a16:creationId xmlns:a16="http://schemas.microsoft.com/office/drawing/2014/main" id="{9B2C7E98-36BC-7E80-D761-7674F1BB1290}"/>
                </a:ext>
              </a:extLst>
            </p:cNvPr>
            <p:cNvSpPr/>
            <p:nvPr/>
          </p:nvSpPr>
          <p:spPr>
            <a:xfrm>
              <a:off x="2759165" y="762415"/>
              <a:ext cx="1871829"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Track</a:t>
              </a:r>
              <a:endParaRPr sz="1000" b="1" i="0" u="none" strike="noStrike" cap="none" dirty="0">
                <a:solidFill>
                  <a:srgbClr val="000000"/>
                </a:solidFill>
                <a:latin typeface="Arial"/>
                <a:ea typeface="Arial"/>
                <a:cs typeface="Arial"/>
                <a:sym typeface="Arial"/>
              </a:endParaRPr>
            </a:p>
          </p:txBody>
        </p:sp>
        <p:sp>
          <p:nvSpPr>
            <p:cNvPr id="10" name="Google Shape;120;p76">
              <a:extLst>
                <a:ext uri="{FF2B5EF4-FFF2-40B4-BE49-F238E27FC236}">
                  <a16:creationId xmlns:a16="http://schemas.microsoft.com/office/drawing/2014/main" id="{727B01B2-826E-A9BE-9114-38D3502E330D}"/>
                </a:ext>
              </a:extLst>
            </p:cNvPr>
            <p:cNvSpPr/>
            <p:nvPr/>
          </p:nvSpPr>
          <p:spPr>
            <a:xfrm>
              <a:off x="4799359" y="772109"/>
              <a:ext cx="2004564"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Roll No</a:t>
              </a:r>
              <a:endParaRPr sz="1000" b="1" i="0" u="none" strike="noStrike" cap="none" dirty="0">
                <a:solidFill>
                  <a:srgbClr val="000000"/>
                </a:solidFill>
                <a:latin typeface="Arial"/>
                <a:ea typeface="Arial"/>
                <a:cs typeface="Arial"/>
                <a:sym typeface="Arial"/>
              </a:endParaRPr>
            </a:p>
          </p:txBody>
        </p:sp>
        <p:sp>
          <p:nvSpPr>
            <p:cNvPr id="11" name="Google Shape;120;p76">
              <a:extLst>
                <a:ext uri="{FF2B5EF4-FFF2-40B4-BE49-F238E27FC236}">
                  <a16:creationId xmlns:a16="http://schemas.microsoft.com/office/drawing/2014/main" id="{25926E8D-BD84-A2C1-48C0-4E0D30CE99A8}"/>
                </a:ext>
              </a:extLst>
            </p:cNvPr>
            <p:cNvSpPr/>
            <p:nvPr/>
          </p:nvSpPr>
          <p:spPr>
            <a:xfrm>
              <a:off x="6937875" y="762414"/>
              <a:ext cx="4577849"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Name</a:t>
              </a:r>
              <a:endParaRPr lang="en-US" sz="1000" b="1" dirty="0">
                <a:ea typeface="Verdana"/>
              </a:endParaRPr>
            </a:p>
          </p:txBody>
        </p:sp>
      </p:grpSp>
      <p:grpSp>
        <p:nvGrpSpPr>
          <p:cNvPr id="15" name="Group 14">
            <a:extLst>
              <a:ext uri="{FF2B5EF4-FFF2-40B4-BE49-F238E27FC236}">
                <a16:creationId xmlns:a16="http://schemas.microsoft.com/office/drawing/2014/main" id="{7A25B51E-0316-3A04-0D09-C9B5A893FEEF}"/>
              </a:ext>
            </a:extLst>
          </p:cNvPr>
          <p:cNvGrpSpPr/>
          <p:nvPr/>
        </p:nvGrpSpPr>
        <p:grpSpPr>
          <a:xfrm>
            <a:off x="2759164" y="1839536"/>
            <a:ext cx="8756560" cy="369096"/>
            <a:chOff x="2759164" y="1557376"/>
            <a:chExt cx="8756560" cy="369096"/>
          </a:xfrm>
        </p:grpSpPr>
        <p:sp>
          <p:nvSpPr>
            <p:cNvPr id="12" name="Google Shape;120;p76">
              <a:extLst>
                <a:ext uri="{FF2B5EF4-FFF2-40B4-BE49-F238E27FC236}">
                  <a16:creationId xmlns:a16="http://schemas.microsoft.com/office/drawing/2014/main" id="{C3480FF3-25F3-638F-C9B0-ED60F7818170}"/>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dirty="0">
                  <a:solidFill>
                    <a:schemeClr val="lt1"/>
                  </a:solidFill>
                  <a:latin typeface="Verdana"/>
                  <a:ea typeface="Verdana"/>
                  <a:cs typeface="Verdana"/>
                  <a:sym typeface="Verdana"/>
                </a:rPr>
                <a:t>EECE </a:t>
              </a:r>
              <a:r>
                <a:rPr lang="en-US" sz="1800" dirty="0">
                  <a:solidFill>
                    <a:schemeClr val="lt1"/>
                  </a:solidFill>
                  <a:latin typeface="Verdana"/>
                  <a:ea typeface="Verdana"/>
                  <a:cs typeface="Verdana"/>
                  <a:sym typeface="Verdana"/>
                </a:rPr>
                <a:t>Regular</a:t>
              </a:r>
              <a:endParaRPr sz="900" b="0" i="0" u="none" strike="noStrike" cap="none" dirty="0">
                <a:solidFill>
                  <a:srgbClr val="000000"/>
                </a:solidFill>
                <a:latin typeface="Arial"/>
                <a:ea typeface="Arial"/>
                <a:cs typeface="Arial"/>
                <a:sym typeface="Arial"/>
              </a:endParaRPr>
            </a:p>
          </p:txBody>
        </p:sp>
        <p:sp>
          <p:nvSpPr>
            <p:cNvPr id="13" name="Google Shape;120;p76">
              <a:extLst>
                <a:ext uri="{FF2B5EF4-FFF2-40B4-BE49-F238E27FC236}">
                  <a16:creationId xmlns:a16="http://schemas.microsoft.com/office/drawing/2014/main" id="{062AA0B2-B833-6559-2A32-970A49C4976B}"/>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dirty="0">
                  <a:solidFill>
                    <a:schemeClr val="lt1"/>
                  </a:solidFill>
                  <a:latin typeface="Verdana"/>
                  <a:ea typeface="Verdana"/>
                  <a:sym typeface="Verdana"/>
                </a:rPr>
                <a:t>BU21EECE0100524</a:t>
              </a:r>
              <a:endParaRPr b="0" i="0" u="none" strike="noStrike" cap="none" dirty="0">
                <a:solidFill>
                  <a:srgbClr val="000000"/>
                </a:solidFill>
                <a:latin typeface="Arial"/>
                <a:ea typeface="Arial"/>
                <a:cs typeface="Arial"/>
                <a:sym typeface="Arial"/>
              </a:endParaRPr>
            </a:p>
          </p:txBody>
        </p:sp>
        <p:sp>
          <p:nvSpPr>
            <p:cNvPr id="14" name="Google Shape;120;p76">
              <a:extLst>
                <a:ext uri="{FF2B5EF4-FFF2-40B4-BE49-F238E27FC236}">
                  <a16:creationId xmlns:a16="http://schemas.microsoft.com/office/drawing/2014/main" id="{24798C12-632D-B1A2-C441-76E8952EACEA}"/>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dirty="0">
                  <a:solidFill>
                    <a:schemeClr val="bg1"/>
                  </a:solidFill>
                </a:rPr>
                <a:t>Sudeep B S</a:t>
              </a:r>
              <a:endParaRPr sz="1800" b="0" i="0" u="none" strike="noStrike" cap="none" dirty="0">
                <a:solidFill>
                  <a:schemeClr val="bg1"/>
                </a:solidFill>
                <a:latin typeface="Arial"/>
                <a:ea typeface="Arial"/>
                <a:cs typeface="Arial"/>
                <a:sym typeface="Arial"/>
              </a:endParaRPr>
            </a:p>
          </p:txBody>
        </p:sp>
      </p:grpSp>
      <p:grpSp>
        <p:nvGrpSpPr>
          <p:cNvPr id="17" name="Group 16">
            <a:extLst>
              <a:ext uri="{FF2B5EF4-FFF2-40B4-BE49-F238E27FC236}">
                <a16:creationId xmlns:a16="http://schemas.microsoft.com/office/drawing/2014/main" id="{C61F5C13-96AD-11F8-724A-587975F3FBAF}"/>
              </a:ext>
            </a:extLst>
          </p:cNvPr>
          <p:cNvGrpSpPr/>
          <p:nvPr/>
        </p:nvGrpSpPr>
        <p:grpSpPr>
          <a:xfrm>
            <a:off x="2793580" y="3642253"/>
            <a:ext cx="8722144" cy="374869"/>
            <a:chOff x="2793579" y="1557376"/>
            <a:chExt cx="8722144" cy="374869"/>
          </a:xfrm>
        </p:grpSpPr>
        <p:sp>
          <p:nvSpPr>
            <p:cNvPr id="19" name="Google Shape;120;p76">
              <a:extLst>
                <a:ext uri="{FF2B5EF4-FFF2-40B4-BE49-F238E27FC236}">
                  <a16:creationId xmlns:a16="http://schemas.microsoft.com/office/drawing/2014/main" id="{453EAC09-D32E-7EED-F68B-2E1E43446A90}"/>
                </a:ext>
              </a:extLst>
            </p:cNvPr>
            <p:cNvSpPr/>
            <p:nvPr/>
          </p:nvSpPr>
          <p:spPr>
            <a:xfrm>
              <a:off x="2793579" y="1563149"/>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dirty="0">
                  <a:solidFill>
                    <a:schemeClr val="lt1"/>
                  </a:solidFill>
                  <a:latin typeface="Verdana"/>
                  <a:ea typeface="Verdana"/>
                  <a:cs typeface="Verdana"/>
                  <a:sym typeface="Verdana"/>
                </a:rPr>
                <a:t>EECE </a:t>
              </a:r>
              <a:r>
                <a:rPr lang="en-US" sz="1800" dirty="0">
                  <a:solidFill>
                    <a:schemeClr val="lt1"/>
                  </a:solidFill>
                  <a:latin typeface="Verdana"/>
                  <a:ea typeface="Verdana"/>
                  <a:cs typeface="Verdana"/>
                  <a:sym typeface="Verdana"/>
                </a:rPr>
                <a:t>Regular</a:t>
              </a:r>
              <a:endParaRPr sz="900" b="0" i="0" u="none" strike="noStrike" cap="none" dirty="0">
                <a:solidFill>
                  <a:srgbClr val="000000"/>
                </a:solidFill>
                <a:latin typeface="Arial"/>
                <a:ea typeface="Arial"/>
                <a:cs typeface="Arial"/>
                <a:sym typeface="Arial"/>
              </a:endParaRPr>
            </a:p>
          </p:txBody>
        </p:sp>
        <p:sp>
          <p:nvSpPr>
            <p:cNvPr id="20" name="Google Shape;120;p76">
              <a:extLst>
                <a:ext uri="{FF2B5EF4-FFF2-40B4-BE49-F238E27FC236}">
                  <a16:creationId xmlns:a16="http://schemas.microsoft.com/office/drawing/2014/main" id="{BB107C69-9B8B-7B95-CD41-FC6D1BDA3C8A}"/>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algn="ctr">
                <a:buSzPts val="3600"/>
              </a:pPr>
              <a:r>
                <a:rPr lang="en-US" dirty="0">
                  <a:solidFill>
                    <a:schemeClr val="lt1"/>
                  </a:solidFill>
                  <a:latin typeface="Verdana"/>
                  <a:ea typeface="Verdana"/>
                  <a:sym typeface="Verdana"/>
                </a:rPr>
                <a:t>BU21EECE0100553</a:t>
              </a:r>
              <a:endParaRPr lang="en-US"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900" b="0" i="0" u="none" strike="noStrike" cap="none" dirty="0">
                <a:solidFill>
                  <a:srgbClr val="000000"/>
                </a:solidFill>
                <a:latin typeface="Arial"/>
                <a:ea typeface="Arial"/>
                <a:cs typeface="Arial"/>
                <a:sym typeface="Arial"/>
              </a:endParaRPr>
            </a:p>
          </p:txBody>
        </p:sp>
        <p:sp>
          <p:nvSpPr>
            <p:cNvPr id="21" name="Google Shape;120;p76">
              <a:extLst>
                <a:ext uri="{FF2B5EF4-FFF2-40B4-BE49-F238E27FC236}">
                  <a16:creationId xmlns:a16="http://schemas.microsoft.com/office/drawing/2014/main" id="{DE56DF2B-5335-AE58-398A-10B30B744F1E}"/>
                </a:ext>
              </a:extLst>
            </p:cNvPr>
            <p:cNvSpPr/>
            <p:nvPr/>
          </p:nvSpPr>
          <p:spPr>
            <a:xfrm>
              <a:off x="6937874" y="1563149"/>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dirty="0">
                  <a:solidFill>
                    <a:schemeClr val="lt1"/>
                  </a:solidFill>
                  <a:latin typeface="Verdana"/>
                  <a:ea typeface="Verdana"/>
                  <a:sym typeface="Verdana"/>
                </a:rPr>
                <a:t>Lakshman B H</a:t>
              </a:r>
              <a:endParaRPr sz="900" b="0" i="0" u="none" strike="noStrike" cap="none" dirty="0">
                <a:solidFill>
                  <a:srgbClr val="000000"/>
                </a:solidFill>
                <a:latin typeface="Arial"/>
                <a:ea typeface="Arial"/>
                <a:cs typeface="Arial"/>
                <a:sym typeface="Arial"/>
              </a:endParaRPr>
            </a:p>
          </p:txBody>
        </p:sp>
      </p:grpSp>
      <p:grpSp>
        <p:nvGrpSpPr>
          <p:cNvPr id="22" name="Group 21">
            <a:extLst>
              <a:ext uri="{FF2B5EF4-FFF2-40B4-BE49-F238E27FC236}">
                <a16:creationId xmlns:a16="http://schemas.microsoft.com/office/drawing/2014/main" id="{F7DCE4E5-0271-1BA1-0E5E-99E9BFDC0095}"/>
              </a:ext>
            </a:extLst>
          </p:cNvPr>
          <p:cNvGrpSpPr/>
          <p:nvPr/>
        </p:nvGrpSpPr>
        <p:grpSpPr>
          <a:xfrm>
            <a:off x="2760383" y="5456516"/>
            <a:ext cx="8756560" cy="369939"/>
            <a:chOff x="2759164" y="1556533"/>
            <a:chExt cx="8756560" cy="369939"/>
          </a:xfrm>
        </p:grpSpPr>
        <p:sp>
          <p:nvSpPr>
            <p:cNvPr id="24" name="Google Shape;120;p76">
              <a:extLst>
                <a:ext uri="{FF2B5EF4-FFF2-40B4-BE49-F238E27FC236}">
                  <a16:creationId xmlns:a16="http://schemas.microsoft.com/office/drawing/2014/main" id="{3D317F98-521D-0A8B-87B6-C44AAC328168}"/>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dirty="0">
                  <a:solidFill>
                    <a:schemeClr val="lt1"/>
                  </a:solidFill>
                  <a:latin typeface="Verdana"/>
                  <a:ea typeface="Verdana"/>
                  <a:cs typeface="Verdana"/>
                  <a:sym typeface="Verdana"/>
                </a:rPr>
                <a:t>EECE </a:t>
              </a:r>
              <a:r>
                <a:rPr lang="en-US" sz="1800" dirty="0">
                  <a:solidFill>
                    <a:schemeClr val="lt1"/>
                  </a:solidFill>
                  <a:latin typeface="Verdana"/>
                  <a:ea typeface="Verdana"/>
                  <a:cs typeface="Verdana"/>
                  <a:sym typeface="Verdana"/>
                </a:rPr>
                <a:t>Regular</a:t>
              </a:r>
              <a:endParaRPr sz="900" b="0" i="0" u="none" strike="noStrike" cap="none" dirty="0">
                <a:solidFill>
                  <a:srgbClr val="000000"/>
                </a:solidFill>
                <a:latin typeface="Arial"/>
                <a:ea typeface="Arial"/>
                <a:cs typeface="Arial"/>
                <a:sym typeface="Arial"/>
              </a:endParaRPr>
            </a:p>
          </p:txBody>
        </p:sp>
        <p:sp>
          <p:nvSpPr>
            <p:cNvPr id="25" name="Google Shape;120;p76">
              <a:extLst>
                <a:ext uri="{FF2B5EF4-FFF2-40B4-BE49-F238E27FC236}">
                  <a16:creationId xmlns:a16="http://schemas.microsoft.com/office/drawing/2014/main" id="{D386AA56-F2F5-56F4-0B77-077184791E12}"/>
                </a:ext>
              </a:extLst>
            </p:cNvPr>
            <p:cNvSpPr/>
            <p:nvPr/>
          </p:nvSpPr>
          <p:spPr>
            <a:xfrm>
              <a:off x="4799359" y="1556533"/>
              <a:ext cx="2004564" cy="369939"/>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algn="ctr">
                <a:buSzPts val="3600"/>
              </a:pPr>
              <a:r>
                <a:rPr lang="en-US" dirty="0">
                  <a:solidFill>
                    <a:schemeClr val="lt1"/>
                  </a:solidFill>
                  <a:latin typeface="Verdana"/>
                  <a:ea typeface="Verdana"/>
                  <a:sym typeface="Verdana"/>
                </a:rPr>
                <a:t>BU21EECE0100574</a:t>
              </a:r>
              <a:endParaRPr lang="en-US"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900" b="0"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49905DAB-27F0-0BFC-C243-04C498A04B7C}"/>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dirty="0">
                  <a:solidFill>
                    <a:schemeClr val="lt1"/>
                  </a:solidFill>
                  <a:latin typeface="Verdana"/>
                  <a:ea typeface="Verdana"/>
                  <a:sym typeface="Verdana"/>
                </a:rPr>
                <a:t>Darshan D M</a:t>
              </a:r>
              <a:endParaRPr sz="900" b="0" i="0" u="none" strike="noStrike" cap="none" dirty="0">
                <a:solidFill>
                  <a:srgbClr val="000000"/>
                </a:solidFill>
                <a:latin typeface="Arial"/>
                <a:ea typeface="Arial"/>
                <a:cs typeface="Arial"/>
                <a:sym typeface="Arial"/>
              </a:endParaRPr>
            </a:p>
          </p:txBody>
        </p:sp>
      </p:grpSp>
      <p:sp>
        <p:nvSpPr>
          <p:cNvPr id="33" name="Slide Number Placeholder 32">
            <a:extLst>
              <a:ext uri="{FF2B5EF4-FFF2-40B4-BE49-F238E27FC236}">
                <a16:creationId xmlns:a16="http://schemas.microsoft.com/office/drawing/2014/main" id="{2D7765F4-D938-C625-7541-CDC9FD9AC3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pic>
        <p:nvPicPr>
          <p:cNvPr id="30" name="Picture 29">
            <a:extLst>
              <a:ext uri="{FF2B5EF4-FFF2-40B4-BE49-F238E27FC236}">
                <a16:creationId xmlns:a16="http://schemas.microsoft.com/office/drawing/2014/main" id="{D2071375-7DCE-E189-1D37-EFFAE5945CF4}"/>
              </a:ext>
            </a:extLst>
          </p:cNvPr>
          <p:cNvPicPr>
            <a:picLocks noChangeAspect="1"/>
          </p:cNvPicPr>
          <p:nvPr/>
        </p:nvPicPr>
        <p:blipFill>
          <a:blip r:embed="rId5"/>
          <a:stretch>
            <a:fillRect/>
          </a:stretch>
        </p:blipFill>
        <p:spPr>
          <a:xfrm>
            <a:off x="1056053" y="3088876"/>
            <a:ext cx="1202589" cy="1555292"/>
          </a:xfrm>
          <a:prstGeom prst="rect">
            <a:avLst/>
          </a:prstGeom>
        </p:spPr>
      </p:pic>
      <p:pic>
        <p:nvPicPr>
          <p:cNvPr id="32" name="Picture 31">
            <a:extLst>
              <a:ext uri="{FF2B5EF4-FFF2-40B4-BE49-F238E27FC236}">
                <a16:creationId xmlns:a16="http://schemas.microsoft.com/office/drawing/2014/main" id="{E8B7E21B-18CA-E7C5-A19A-C859C0A7EC87}"/>
              </a:ext>
            </a:extLst>
          </p:cNvPr>
          <p:cNvPicPr>
            <a:picLocks noChangeAspect="1"/>
          </p:cNvPicPr>
          <p:nvPr/>
        </p:nvPicPr>
        <p:blipFill>
          <a:blip r:embed="rId6"/>
          <a:stretch>
            <a:fillRect/>
          </a:stretch>
        </p:blipFill>
        <p:spPr>
          <a:xfrm>
            <a:off x="1057318" y="4832165"/>
            <a:ext cx="1201323" cy="1618639"/>
          </a:xfrm>
          <a:prstGeom prst="rect">
            <a:avLst/>
          </a:prstGeom>
        </p:spPr>
      </p:pic>
      <p:pic>
        <p:nvPicPr>
          <p:cNvPr id="35" name="Picture 34">
            <a:extLst>
              <a:ext uri="{FF2B5EF4-FFF2-40B4-BE49-F238E27FC236}">
                <a16:creationId xmlns:a16="http://schemas.microsoft.com/office/drawing/2014/main" id="{E45FFF6C-7AFF-5EEC-038F-A32285C6B9C8}"/>
              </a:ext>
            </a:extLst>
          </p:cNvPr>
          <p:cNvPicPr>
            <a:picLocks noChangeAspect="1"/>
          </p:cNvPicPr>
          <p:nvPr/>
        </p:nvPicPr>
        <p:blipFill>
          <a:blip r:embed="rId7"/>
          <a:stretch>
            <a:fillRect/>
          </a:stretch>
        </p:blipFill>
        <p:spPr>
          <a:xfrm>
            <a:off x="1056053" y="1300836"/>
            <a:ext cx="1212433" cy="15552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891406-61C4-C3BE-CEC2-4D0333FC06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TextBox 4">
            <a:extLst>
              <a:ext uri="{FF2B5EF4-FFF2-40B4-BE49-F238E27FC236}">
                <a16:creationId xmlns:a16="http://schemas.microsoft.com/office/drawing/2014/main" id="{D2A0CB9A-C15F-9AC3-36C9-37B50D27AD57}"/>
              </a:ext>
            </a:extLst>
          </p:cNvPr>
          <p:cNvSpPr txBox="1"/>
          <p:nvPr/>
        </p:nvSpPr>
        <p:spPr>
          <a:xfrm>
            <a:off x="4198374" y="603351"/>
            <a:ext cx="3795252" cy="523220"/>
          </a:xfrm>
          <a:prstGeom prst="rect">
            <a:avLst/>
          </a:prstGeom>
          <a:noFill/>
        </p:spPr>
        <p:txBody>
          <a:bodyPr wrap="square">
            <a:spAutoFit/>
          </a:bodyPr>
          <a:lstStyle/>
          <a:p>
            <a:pPr marL="0" marR="0" lvl="0" indent="0" algn="ctr" rtl="0">
              <a:lnSpc>
                <a:spcPct val="100000"/>
              </a:lnSpc>
              <a:spcBef>
                <a:spcPts val="0"/>
              </a:spcBef>
              <a:spcAft>
                <a:spcPts val="0"/>
              </a:spcAft>
              <a:buNone/>
            </a:pPr>
            <a:r>
              <a:rPr lang="en-US" sz="2800" b="1" dirty="0">
                <a:latin typeface="Times New Roman" panose="02020603050405020304" pitchFamily="18" charset="0"/>
                <a:cs typeface="Times New Roman" panose="02020603050405020304" pitchFamily="18" charset="0"/>
              </a:rPr>
              <a:t>Introduction</a:t>
            </a:r>
          </a:p>
        </p:txBody>
      </p:sp>
      <p:sp>
        <p:nvSpPr>
          <p:cNvPr id="4" name="object 3">
            <a:extLst>
              <a:ext uri="{FF2B5EF4-FFF2-40B4-BE49-F238E27FC236}">
                <a16:creationId xmlns:a16="http://schemas.microsoft.com/office/drawing/2014/main" id="{E9AE2AC7-1218-F556-166F-E6416825E82B}"/>
              </a:ext>
            </a:extLst>
          </p:cNvPr>
          <p:cNvSpPr txBox="1"/>
          <p:nvPr/>
        </p:nvSpPr>
        <p:spPr>
          <a:xfrm>
            <a:off x="-308112" y="1065016"/>
            <a:ext cx="11877260" cy="4085349"/>
          </a:xfrm>
          <a:prstGeom prst="rect">
            <a:avLst/>
          </a:prstGeom>
        </p:spPr>
        <p:txBody>
          <a:bodyPr vert="horz" wrap="square" lIns="0" tIns="13335" rIns="0" bIns="0" rtlCol="0">
            <a:spAutoFit/>
          </a:bodyPr>
          <a:lstStyle/>
          <a:p>
            <a:pPr marL="904240" algn="just">
              <a:lnSpc>
                <a:spcPct val="150000"/>
              </a:lnSpc>
              <a:spcBef>
                <a:spcPts val="105"/>
              </a:spcBef>
            </a:pPr>
            <a:endParaRPr lang="en-US" dirty="0"/>
          </a:p>
          <a:p>
            <a:pPr marL="904240" algn="just">
              <a:lnSpc>
                <a:spcPct val="150000"/>
              </a:lnSpc>
              <a:spcBef>
                <a:spcPts val="105"/>
              </a:spcBef>
            </a:pPr>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Smart Energy Meter Project aims to transform energy consumption management by integrating advanced metering infrastructure (AMI) with real-time data analytics, enabling seamless monitoring and control in both residential and commercial settings. Equipped with IoT capabilities, the meter allows remote access to </a:t>
            </a:r>
            <a:r>
              <a:rPr lang="en-US" sz="2000" dirty="0">
                <a:latin typeface="Times New Roman" panose="02020603050405020304" pitchFamily="18" charset="0"/>
                <a:cs typeface="Times New Roman" panose="02020603050405020304" pitchFamily="18" charset="0"/>
              </a:rPr>
              <a:t>electricity</a:t>
            </a:r>
            <a:r>
              <a:rPr lang="en-US" sz="1800" dirty="0">
                <a:latin typeface="Times New Roman" panose="02020603050405020304" pitchFamily="18" charset="0"/>
                <a:cs typeface="Times New Roman" panose="02020603050405020304" pitchFamily="18" charset="0"/>
              </a:rPr>
              <a:t> usage data, providing valuable insights to both consumers and utility providers while reducing the need for manual effort. It supports dynamic pricing models, helping users optimize energy consumption by leveraging off-peak rates and lowering their bills. The system employs secure data transmission protocols to protect energy data and enhances grid resilience through predictive maintenance and timely alerts, preventing outages and ensuring a stable energy supply. With a user-friendly interface, the project empowers consumers to monitor their energy usage easily and adopt energy-saving practices, contributing to a smarter, more efficient, and sustainable energy future.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34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877220" y="113567"/>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Objective and Goals</a:t>
            </a:r>
            <a:endParaRPr sz="1600" dirty="0">
              <a:latin typeface="Times New Roman" panose="02020603050405020304" pitchFamily="18" charset="0"/>
              <a:cs typeface="Times New Roman" panose="02020603050405020304" pitchFamily="18" charset="0"/>
            </a:endParaRPr>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50425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Objective </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790898"/>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Goals</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708255" y="799175"/>
            <a:ext cx="11041785" cy="2951064"/>
          </a:xfrm>
          <a:prstGeom prst="rect">
            <a:avLst/>
          </a:prstGeom>
          <a:noFill/>
        </p:spPr>
        <p:txBody>
          <a:bodyPr wrap="square" rtlCol="0">
            <a:spAutoFit/>
          </a:bodyPr>
          <a:lstStyle/>
          <a:p>
            <a:pPr algn="just">
              <a:lnSpc>
                <a:spcPct val="150000"/>
              </a:lnSpc>
            </a:pPr>
            <a:r>
              <a:rPr lang="en-US" sz="1800" dirty="0">
                <a:latin typeface="Times New Roman" panose="02020603050405020304" pitchFamily="18" charset="0"/>
                <a:ea typeface="Verdana" panose="020B0604030504040204" pitchFamily="34" charset="0"/>
                <a:cs typeface="Times New Roman" panose="02020603050405020304" pitchFamily="18" charset="0"/>
              </a:rPr>
              <a:t>The primary goal of a smart energy meter for domestic usage is to provide real-time method for tracking, measuring, and controlling household energy consumption. These meters are designed to boost energy efficiency, minimize waste, and give users greater control over their electricity usage. </a:t>
            </a:r>
          </a:p>
          <a:p>
            <a:pPr marL="285750" indent="-285750">
              <a:lnSpc>
                <a:spcPct val="150000"/>
              </a:lnSpc>
              <a:buFont typeface="Wingdings" panose="05000000000000000000" pitchFamily="2" charset="2"/>
              <a:buChar char="Ø"/>
            </a:pPr>
            <a:r>
              <a:rPr lang="en-US" sz="1800" dirty="0">
                <a:latin typeface="Times New Roman" panose="02020603050405020304" pitchFamily="18" charset="0"/>
                <a:ea typeface="Verdana" panose="020B0604030504040204" pitchFamily="34" charset="0"/>
                <a:cs typeface="Times New Roman" panose="02020603050405020304" pitchFamily="18" charset="0"/>
              </a:rPr>
              <a:t>Real-Time Monitoring: Provides real-time data on electricity consumption to track usage.</a:t>
            </a:r>
          </a:p>
          <a:p>
            <a:pPr marL="285750" indent="-285750">
              <a:lnSpc>
                <a:spcPct val="150000"/>
              </a:lnSpc>
              <a:buFont typeface="Wingdings" panose="05000000000000000000" pitchFamily="2" charset="2"/>
              <a:buChar char="Ø"/>
            </a:pPr>
            <a:r>
              <a:rPr lang="en-US" sz="1800" dirty="0">
                <a:latin typeface="Times New Roman" panose="02020603050405020304" pitchFamily="18" charset="0"/>
                <a:ea typeface="Verdana" panose="020B0604030504040204" pitchFamily="34" charset="0"/>
                <a:cs typeface="Times New Roman" panose="02020603050405020304" pitchFamily="18" charset="0"/>
              </a:rPr>
              <a:t>Energy Efficiency: Helps optimize and reduce energy consumption by offering insights.</a:t>
            </a:r>
          </a:p>
          <a:p>
            <a:pPr marL="285750" indent="-285750">
              <a:lnSpc>
                <a:spcPct val="150000"/>
              </a:lnSpc>
              <a:buFont typeface="Wingdings" panose="05000000000000000000" pitchFamily="2" charset="2"/>
              <a:buChar char="Ø"/>
            </a:pPr>
            <a:r>
              <a:rPr lang="en-US" sz="1800" dirty="0">
                <a:latin typeface="Times New Roman" panose="02020603050405020304" pitchFamily="18" charset="0"/>
                <a:ea typeface="Verdana" panose="020B0604030504040204" pitchFamily="34" charset="0"/>
                <a:cs typeface="Times New Roman" panose="02020603050405020304" pitchFamily="18" charset="0"/>
              </a:rPr>
              <a:t>Accurate Billing: Ensures precise measurement of energy use for error-free billing.</a:t>
            </a:r>
          </a:p>
          <a:p>
            <a:pPr marL="285750" indent="-285750">
              <a:lnSpc>
                <a:spcPct val="150000"/>
              </a:lnSpc>
              <a:buFont typeface="Wingdings" panose="05000000000000000000" pitchFamily="2" charset="2"/>
              <a:buChar char="Ø"/>
            </a:pPr>
            <a:r>
              <a:rPr lang="en-US" sz="1800" dirty="0">
                <a:latin typeface="Times New Roman" panose="02020603050405020304" pitchFamily="18" charset="0"/>
                <a:ea typeface="Verdana" panose="020B0604030504040204" pitchFamily="34" charset="0"/>
                <a:cs typeface="Times New Roman" panose="02020603050405020304" pitchFamily="18" charset="0"/>
              </a:rPr>
              <a:t>Cost Savings: smart energy meters contribute to reducing energy bills and operational costs</a:t>
            </a:r>
            <a:r>
              <a:rPr lang="en-US" dirty="0">
                <a:latin typeface="Times New Roman" panose="02020603050405020304" pitchFamily="18" charset="0"/>
                <a:ea typeface="Verdana" panose="020B0604030504040204" pitchFamily="34" charset="0"/>
                <a:cs typeface="Times New Roman" panose="02020603050405020304" pitchFamily="18" charset="0"/>
              </a:rPr>
              <a:t>.</a:t>
            </a: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TextBox 3">
            <a:extLst>
              <a:ext uri="{FF2B5EF4-FFF2-40B4-BE49-F238E27FC236}">
                <a16:creationId xmlns:a16="http://schemas.microsoft.com/office/drawing/2014/main" id="{7E7EDA62-6810-C026-569C-AB754C126B85}"/>
              </a:ext>
            </a:extLst>
          </p:cNvPr>
          <p:cNvSpPr txBox="1"/>
          <p:nvPr/>
        </p:nvSpPr>
        <p:spPr>
          <a:xfrm>
            <a:off x="708255" y="4095183"/>
            <a:ext cx="6097656" cy="2120068"/>
          </a:xfrm>
          <a:prstGeom prst="rect">
            <a:avLst/>
          </a:prstGeom>
          <a:noFill/>
        </p:spPr>
        <p:txBody>
          <a:bodyPr wrap="square">
            <a:spAutoFit/>
          </a:bodyPr>
          <a:lstStyle/>
          <a:p>
            <a:r>
              <a:rPr lang="en-IN" sz="1800" dirty="0">
                <a:latin typeface="Times New Roman" panose="02020603050405020304" pitchFamily="18" charset="0"/>
                <a:ea typeface="Verdana" panose="020B0604030504040204" pitchFamily="34" charset="0"/>
                <a:cs typeface="Times New Roman" panose="02020603050405020304" pitchFamily="18" charset="0"/>
              </a:rPr>
              <a:t>Main Goals:</a:t>
            </a:r>
          </a:p>
          <a:p>
            <a:pPr marL="342900" indent="-342900">
              <a:lnSpc>
                <a:spcPct val="150000"/>
              </a:lnSpc>
              <a:buFont typeface="Wingdings" panose="05000000000000000000" pitchFamily="2" charset="2"/>
              <a:buChar char="Ø"/>
            </a:pPr>
            <a:r>
              <a:rPr lang="en-US" sz="1800" dirty="0">
                <a:latin typeface="Times New Roman" panose="02020603050405020304" pitchFamily="18" charset="0"/>
                <a:ea typeface="Verdana" panose="020B0604030504040204" pitchFamily="34" charset="0"/>
                <a:cs typeface="Times New Roman" panose="02020603050405020304" pitchFamily="18" charset="0"/>
              </a:rPr>
              <a:t>Cost Savings</a:t>
            </a:r>
          </a:p>
          <a:p>
            <a:pPr marL="342900" indent="-342900">
              <a:lnSpc>
                <a:spcPct val="150000"/>
              </a:lnSpc>
              <a:buFont typeface="Wingdings" panose="05000000000000000000" pitchFamily="2" charset="2"/>
              <a:buChar char="Ø"/>
            </a:pPr>
            <a:r>
              <a:rPr lang="en-US" sz="1800" dirty="0">
                <a:latin typeface="Times New Roman" panose="02020603050405020304" pitchFamily="18" charset="0"/>
                <a:ea typeface="Verdana" panose="020B0604030504040204" pitchFamily="34" charset="0"/>
                <a:cs typeface="Times New Roman" panose="02020603050405020304" pitchFamily="18" charset="0"/>
              </a:rPr>
              <a:t>Accurate Billing</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r>
              <a:rPr lang="en-IN" sz="1800" dirty="0">
                <a:latin typeface="Times New Roman" panose="02020603050405020304" pitchFamily="18" charset="0"/>
                <a:ea typeface="Verdana" panose="020B0604030504040204" pitchFamily="34" charset="0"/>
                <a:cs typeface="Times New Roman" panose="02020603050405020304" pitchFamily="18" charset="0"/>
              </a:rPr>
              <a:t>Additional Goals:</a:t>
            </a:r>
          </a:p>
          <a:p>
            <a:pPr marL="342900" indent="-34290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Smart Home Integration</a:t>
            </a:r>
          </a:p>
        </p:txBody>
      </p:sp>
    </p:spTree>
    <p:extLst>
      <p:ext uri="{BB962C8B-B14F-4D97-AF65-F5344CB8AC3E}">
        <p14:creationId xmlns:p14="http://schemas.microsoft.com/office/powerpoint/2010/main" val="1429641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857863" y="118196"/>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Project Plan </a:t>
            </a:r>
            <a:endParaRPr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22F03ED-2462-CE37-A33F-01062B7F968B}"/>
              </a:ext>
            </a:extLst>
          </p:cNvPr>
          <p:cNvPicPr>
            <a:picLocks noChangeAspect="1"/>
          </p:cNvPicPr>
          <p:nvPr/>
        </p:nvPicPr>
        <p:blipFill>
          <a:blip r:embed="rId3"/>
          <a:stretch>
            <a:fillRect/>
          </a:stretch>
        </p:blipFill>
        <p:spPr>
          <a:xfrm>
            <a:off x="452283" y="871532"/>
            <a:ext cx="11326761" cy="5114936"/>
          </a:xfrm>
          <a:prstGeom prst="rect">
            <a:avLst/>
          </a:prstGeom>
        </p:spPr>
      </p:pic>
    </p:spTree>
    <p:extLst>
      <p:ext uri="{BB962C8B-B14F-4D97-AF65-F5344CB8AC3E}">
        <p14:creationId xmlns:p14="http://schemas.microsoft.com/office/powerpoint/2010/main" val="3316315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70F0D1D-7D38-5F1E-6474-4FA34B131B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graphicFrame>
        <p:nvGraphicFramePr>
          <p:cNvPr id="4" name="Table 3">
            <a:extLst>
              <a:ext uri="{FF2B5EF4-FFF2-40B4-BE49-F238E27FC236}">
                <a16:creationId xmlns:a16="http://schemas.microsoft.com/office/drawing/2014/main" id="{C1D00132-9264-4E13-E70C-120D8223421A}"/>
              </a:ext>
            </a:extLst>
          </p:cNvPr>
          <p:cNvGraphicFramePr>
            <a:graphicFrameLocks noGrp="1"/>
          </p:cNvGraphicFramePr>
          <p:nvPr>
            <p:extLst>
              <p:ext uri="{D42A27DB-BD31-4B8C-83A1-F6EECF244321}">
                <p14:modId xmlns:p14="http://schemas.microsoft.com/office/powerpoint/2010/main" val="849794285"/>
              </p:ext>
            </p:extLst>
          </p:nvPr>
        </p:nvGraphicFramePr>
        <p:xfrm>
          <a:off x="3" y="473420"/>
          <a:ext cx="12191997" cy="6384579"/>
        </p:xfrm>
        <a:graphic>
          <a:graphicData uri="http://schemas.openxmlformats.org/drawingml/2006/table">
            <a:tbl>
              <a:tblPr firstRow="1" bandRow="1">
                <a:tableStyleId>{22838BEF-8BB2-4498-84A7-C5851F593DF1}</a:tableStyleId>
              </a:tblPr>
              <a:tblGrid>
                <a:gridCol w="556588">
                  <a:extLst>
                    <a:ext uri="{9D8B030D-6E8A-4147-A177-3AD203B41FA5}">
                      <a16:colId xmlns:a16="http://schemas.microsoft.com/office/drawing/2014/main" val="3789112827"/>
                    </a:ext>
                  </a:extLst>
                </a:gridCol>
                <a:gridCol w="2278049">
                  <a:extLst>
                    <a:ext uri="{9D8B030D-6E8A-4147-A177-3AD203B41FA5}">
                      <a16:colId xmlns:a16="http://schemas.microsoft.com/office/drawing/2014/main" val="3690788117"/>
                    </a:ext>
                  </a:extLst>
                </a:gridCol>
                <a:gridCol w="944880">
                  <a:extLst>
                    <a:ext uri="{9D8B030D-6E8A-4147-A177-3AD203B41FA5}">
                      <a16:colId xmlns:a16="http://schemas.microsoft.com/office/drawing/2014/main" val="1735913859"/>
                    </a:ext>
                  </a:extLst>
                </a:gridCol>
                <a:gridCol w="1235416">
                  <a:extLst>
                    <a:ext uri="{9D8B030D-6E8A-4147-A177-3AD203B41FA5}">
                      <a16:colId xmlns:a16="http://schemas.microsoft.com/office/drawing/2014/main" val="1612291686"/>
                    </a:ext>
                  </a:extLst>
                </a:gridCol>
                <a:gridCol w="4182714">
                  <a:extLst>
                    <a:ext uri="{9D8B030D-6E8A-4147-A177-3AD203B41FA5}">
                      <a16:colId xmlns:a16="http://schemas.microsoft.com/office/drawing/2014/main" val="1287391173"/>
                    </a:ext>
                  </a:extLst>
                </a:gridCol>
                <a:gridCol w="2994350">
                  <a:extLst>
                    <a:ext uri="{9D8B030D-6E8A-4147-A177-3AD203B41FA5}">
                      <a16:colId xmlns:a16="http://schemas.microsoft.com/office/drawing/2014/main" val="914323873"/>
                    </a:ext>
                  </a:extLst>
                </a:gridCol>
              </a:tblGrid>
              <a:tr h="670381">
                <a:tc>
                  <a:txBody>
                    <a:bodyPr/>
                    <a:lstStyle/>
                    <a:p>
                      <a:pPr algn="l"/>
                      <a:r>
                        <a:rPr lang="en-US" sz="1800" dirty="0">
                          <a:latin typeface="Times New Roman" panose="02020603050405020304" pitchFamily="18" charset="0"/>
                          <a:ea typeface="Verdana" panose="020B0604030504040204" pitchFamily="34" charset="0"/>
                          <a:cs typeface="Times New Roman" panose="02020603050405020304" pitchFamily="18" charset="0"/>
                        </a:rPr>
                        <a:t>SI</a:t>
                      </a:r>
                    </a:p>
                    <a:p>
                      <a:pPr algn="l"/>
                      <a:r>
                        <a:rPr lang="en-US" sz="1800" dirty="0">
                          <a:latin typeface="Times New Roman" panose="02020603050405020304" pitchFamily="18" charset="0"/>
                          <a:ea typeface="Verdana" panose="020B0604030504040204" pitchFamily="34" charset="0"/>
                          <a:cs typeface="Times New Roman" panose="02020603050405020304" pitchFamily="18" charset="0"/>
                        </a:rPr>
                        <a:t>NO</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Title of the Paper</a:t>
                      </a:r>
                    </a:p>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(research paper)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l"/>
                      <a:r>
                        <a:rPr lang="en-US" sz="1800" dirty="0">
                          <a:latin typeface="Times New Roman" panose="02020603050405020304" pitchFamily="18" charset="0"/>
                          <a:ea typeface="Verdana" panose="020B0604030504040204" pitchFamily="34" charset="0"/>
                          <a:cs typeface="Times New Roman" panose="02020603050405020304" pitchFamily="18" charset="0"/>
                        </a:rPr>
                        <a:t>Year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Author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Key Findings</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Research gap</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3681538461"/>
                  </a:ext>
                </a:extLst>
              </a:tr>
              <a:tr h="5714198">
                <a:tc>
                  <a:txBody>
                    <a:bodyPr/>
                    <a:lstStyle/>
                    <a:p>
                      <a:pPr algn="l"/>
                      <a:r>
                        <a:rPr lang="en-US" sz="1600" b="1" dirty="0">
                          <a:latin typeface="Times New Roman" panose="02020603050405020304" pitchFamily="18" charset="0"/>
                          <a:ea typeface="Verdana" panose="020B0604030504040204" pitchFamily="34" charset="0"/>
                          <a:cs typeface="Times New Roman" panose="02020603050405020304" pitchFamily="18" charset="0"/>
                        </a:rPr>
                        <a:t>1.</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l"/>
                      <a:r>
                        <a:rPr lang="en-US" sz="1600" b="1" dirty="0">
                          <a:latin typeface="Times New Roman" panose="02020603050405020304" pitchFamily="18" charset="0"/>
                          <a:ea typeface="Verdana" panose="020B0604030504040204" pitchFamily="34" charset="0"/>
                          <a:cs typeface="Times New Roman" panose="02020603050405020304" pitchFamily="18" charset="0"/>
                        </a:rPr>
                        <a:t>DESIGN AND IMPLEMENTATION OF SMART ENERGY METER</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l"/>
                      <a:r>
                        <a:rPr lang="en-US" sz="1600" dirty="0">
                          <a:latin typeface="Times New Roman" panose="02020603050405020304" pitchFamily="18" charset="0"/>
                          <a:ea typeface="Verdana" panose="020B0604030504040204" pitchFamily="34" charset="0"/>
                          <a:cs typeface="Times New Roman" panose="02020603050405020304" pitchFamily="18" charset="0"/>
                        </a:rPr>
                        <a:t>2022</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l"/>
                      <a:r>
                        <a:rPr lang="en-IN" sz="1600" dirty="0">
                          <a:latin typeface="Times New Roman" panose="02020603050405020304" pitchFamily="18" charset="0"/>
                          <a:ea typeface="Verdana" panose="020B0604030504040204" pitchFamily="34" charset="0"/>
                          <a:cs typeface="Times New Roman" panose="02020603050405020304" pitchFamily="18" charset="0"/>
                        </a:rPr>
                        <a:t>V. Preethi and  G. Harish</a:t>
                      </a:r>
                    </a:p>
                  </a:txBody>
                  <a:tcPr/>
                </a:tc>
                <a:tc>
                  <a:txBody>
                    <a:bodyPr/>
                    <a:lstStyle/>
                    <a:p>
                      <a:pPr marL="171450" indent="-171450" algn="l">
                        <a:buFont typeface="Wingdings" panose="05000000000000000000" pitchFamily="2" charset="2"/>
                        <a:buChar char="q"/>
                      </a:pPr>
                      <a:r>
                        <a:rPr lang="en-US" sz="1600" b="1" dirty="0">
                          <a:latin typeface="Times New Roman" panose="02020603050405020304" pitchFamily="18" charset="0"/>
                          <a:ea typeface="Verdana" panose="020B0604030504040204" pitchFamily="34" charset="0"/>
                          <a:cs typeface="Times New Roman" panose="02020603050405020304" pitchFamily="18" charset="0"/>
                        </a:rPr>
                        <a:t>Technology Utilization</a:t>
                      </a:r>
                      <a:r>
                        <a:rPr lang="en-US" sz="1600" dirty="0">
                          <a:latin typeface="Times New Roman" panose="02020603050405020304" pitchFamily="18" charset="0"/>
                          <a:ea typeface="Verdana" panose="020B0604030504040204" pitchFamily="34" charset="0"/>
                          <a:cs typeface="Times New Roman" panose="02020603050405020304" pitchFamily="18" charset="0"/>
                        </a:rPr>
                        <a:t>: The smart energy meter design leverages IoT technology, particularly using microcontrollers and wireless communication modules, to enable remote monitoring and management of energy consumption.</a:t>
                      </a:r>
                    </a:p>
                    <a:p>
                      <a:pPr marL="0" indent="0" algn="l">
                        <a:buFont typeface="Wingdings" panose="05000000000000000000" pitchFamily="2" charset="2"/>
                        <a:buNone/>
                      </a:pP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marL="171450" indent="-171450" algn="l">
                        <a:buFont typeface="Wingdings" panose="05000000000000000000" pitchFamily="2" charset="2"/>
                        <a:buChar char="q"/>
                      </a:pPr>
                      <a:r>
                        <a:rPr lang="en-US" sz="1600" b="1" dirty="0">
                          <a:latin typeface="Times New Roman" panose="02020603050405020304" pitchFamily="18" charset="0"/>
                          <a:ea typeface="Verdana" panose="020B0604030504040204" pitchFamily="34" charset="0"/>
                          <a:cs typeface="Times New Roman" panose="02020603050405020304" pitchFamily="18" charset="0"/>
                        </a:rPr>
                        <a:t>Real-Time Monitoring</a:t>
                      </a:r>
                      <a:r>
                        <a:rPr lang="en-US" sz="1600" dirty="0">
                          <a:latin typeface="Times New Roman" panose="02020603050405020304" pitchFamily="18" charset="0"/>
                          <a:ea typeface="Verdana" panose="020B0604030504040204" pitchFamily="34" charset="0"/>
                          <a:cs typeface="Times New Roman" panose="02020603050405020304" pitchFamily="18" charset="0"/>
                        </a:rPr>
                        <a:t>: The system allows for real-time energy monitoring, providing both consumers and utility providers with accurate and up-to-date information about energy usage, which can help in optimizing consumption and managing energy distribution more efficiently</a:t>
                      </a:r>
                    </a:p>
                    <a:p>
                      <a:pPr marL="171450" indent="-171450" algn="l">
                        <a:buFont typeface="Wingdings" panose="05000000000000000000" pitchFamily="2" charset="2"/>
                        <a:buChar char="q"/>
                      </a:pP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marL="171450" indent="-171450" algn="l">
                        <a:buFont typeface="Wingdings" panose="05000000000000000000" pitchFamily="2" charset="2"/>
                        <a:buChar char="q"/>
                      </a:pPr>
                      <a:r>
                        <a:rPr lang="en-US" sz="1600" b="1" dirty="0">
                          <a:latin typeface="Times New Roman" panose="02020603050405020304" pitchFamily="18" charset="0"/>
                          <a:ea typeface="Verdana" panose="020B0604030504040204" pitchFamily="34" charset="0"/>
                          <a:cs typeface="Times New Roman" panose="02020603050405020304" pitchFamily="18" charset="0"/>
                        </a:rPr>
                        <a:t>Implementation Challenges</a:t>
                      </a:r>
                      <a:r>
                        <a:rPr lang="en-US" sz="1600" dirty="0">
                          <a:latin typeface="Times New Roman" panose="02020603050405020304" pitchFamily="18" charset="0"/>
                          <a:ea typeface="Verdana" panose="020B0604030504040204" pitchFamily="34" charset="0"/>
                          <a:cs typeface="Times New Roman" panose="02020603050405020304" pitchFamily="18" charset="0"/>
                        </a:rPr>
                        <a:t>: The document discusses various challenges encountered during the implementation, such as hardware-software integration, ensuring data security and privacy, and managing the cost of deploying such systems on a large scale.</a:t>
                      </a:r>
                    </a:p>
                    <a:p>
                      <a:pPr algn="l"/>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171450" indent="-171450" algn="l">
                        <a:buFont typeface="Wingdings" panose="05000000000000000000" pitchFamily="2" charset="2"/>
                        <a:buChar char="q"/>
                      </a:pPr>
                      <a:r>
                        <a:rPr lang="en-US" sz="1600" b="1" dirty="0">
                          <a:latin typeface="Times New Roman" panose="02020603050405020304" pitchFamily="18" charset="0"/>
                          <a:ea typeface="Verdana" panose="020B0604030504040204" pitchFamily="34" charset="0"/>
                          <a:cs typeface="Times New Roman" panose="02020603050405020304" pitchFamily="18" charset="0"/>
                        </a:rPr>
                        <a:t>Cost Concerns</a:t>
                      </a:r>
                      <a:r>
                        <a:rPr lang="en-US" sz="1600" dirty="0">
                          <a:latin typeface="Times New Roman" panose="02020603050405020304" pitchFamily="18" charset="0"/>
                          <a:ea typeface="Verdana" panose="020B0604030504040204" pitchFamily="34" charset="0"/>
                          <a:cs typeface="Times New Roman" panose="02020603050405020304" pitchFamily="18" charset="0"/>
                        </a:rPr>
                        <a:t>: The initial cost of deploying smart meters, including the cost of hardware, installation, and maintenance, is identified as a significant barrier, especially in regions with limited financial resources.</a:t>
                      </a:r>
                    </a:p>
                    <a:p>
                      <a:pPr marL="0" indent="0" algn="l">
                        <a:buFont typeface="Wingdings" panose="05000000000000000000" pitchFamily="2" charset="2"/>
                        <a:buNone/>
                      </a:pP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marL="171450" indent="-171450" algn="l">
                        <a:buFont typeface="Wingdings" panose="05000000000000000000" pitchFamily="2" charset="2"/>
                        <a:buChar char="q"/>
                      </a:pPr>
                      <a:r>
                        <a:rPr lang="en-US" sz="1600" b="1" dirty="0">
                          <a:latin typeface="Times New Roman" panose="02020603050405020304" pitchFamily="18" charset="0"/>
                          <a:ea typeface="Verdana" panose="020B0604030504040204" pitchFamily="34" charset="0"/>
                          <a:cs typeface="Times New Roman" panose="02020603050405020304" pitchFamily="18" charset="0"/>
                        </a:rPr>
                        <a:t>Data Management and Security</a:t>
                      </a:r>
                      <a:r>
                        <a:rPr lang="en-US" sz="1600" dirty="0">
                          <a:latin typeface="Times New Roman" panose="02020603050405020304" pitchFamily="18" charset="0"/>
                          <a:ea typeface="Verdana" panose="020B0604030504040204" pitchFamily="34" charset="0"/>
                          <a:cs typeface="Times New Roman" panose="02020603050405020304" pitchFamily="18" charset="0"/>
                        </a:rPr>
                        <a:t>: The document points out the need for improved data management practices and enhanced security measures to protect the large volumes of data generated by smart meters from cyber threats.</a:t>
                      </a:r>
                    </a:p>
                    <a:p>
                      <a:pPr algn="l"/>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397442300"/>
                  </a:ext>
                </a:extLst>
              </a:tr>
            </a:tbl>
          </a:graphicData>
        </a:graphic>
      </p:graphicFrame>
      <p:sp>
        <p:nvSpPr>
          <p:cNvPr id="5" name="TextBox 4">
            <a:extLst>
              <a:ext uri="{FF2B5EF4-FFF2-40B4-BE49-F238E27FC236}">
                <a16:creationId xmlns:a16="http://schemas.microsoft.com/office/drawing/2014/main" id="{579749AA-78BD-ABDB-B8FC-82C7DF98197D}"/>
              </a:ext>
            </a:extLst>
          </p:cNvPr>
          <p:cNvSpPr txBox="1"/>
          <p:nvPr/>
        </p:nvSpPr>
        <p:spPr>
          <a:xfrm>
            <a:off x="4623481" y="-29817"/>
            <a:ext cx="2945037" cy="954107"/>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sym typeface="Montserrat"/>
              </a:rPr>
              <a:t>Literature Survey</a:t>
            </a:r>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044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AC452C-2127-F346-0A88-2B9EFDCB89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graphicFrame>
        <p:nvGraphicFramePr>
          <p:cNvPr id="6" name="Table 5">
            <a:extLst>
              <a:ext uri="{FF2B5EF4-FFF2-40B4-BE49-F238E27FC236}">
                <a16:creationId xmlns:a16="http://schemas.microsoft.com/office/drawing/2014/main" id="{6F5E0CDE-4F76-D152-8289-CF2BC08CF5DD}"/>
              </a:ext>
            </a:extLst>
          </p:cNvPr>
          <p:cNvGraphicFramePr>
            <a:graphicFrameLocks noGrp="1"/>
          </p:cNvGraphicFramePr>
          <p:nvPr>
            <p:extLst>
              <p:ext uri="{D42A27DB-BD31-4B8C-83A1-F6EECF244321}">
                <p14:modId xmlns:p14="http://schemas.microsoft.com/office/powerpoint/2010/main" val="3235383202"/>
              </p:ext>
            </p:extLst>
          </p:nvPr>
        </p:nvGraphicFramePr>
        <p:xfrm>
          <a:off x="0" y="621527"/>
          <a:ext cx="12185372" cy="6236473"/>
        </p:xfrm>
        <a:graphic>
          <a:graphicData uri="http://schemas.openxmlformats.org/drawingml/2006/table">
            <a:tbl>
              <a:tblPr firstRow="1" bandRow="1">
                <a:tableStyleId>{22838BEF-8BB2-4498-84A7-C5851F593DF1}</a:tableStyleId>
              </a:tblPr>
              <a:tblGrid>
                <a:gridCol w="526772">
                  <a:extLst>
                    <a:ext uri="{9D8B030D-6E8A-4147-A177-3AD203B41FA5}">
                      <a16:colId xmlns:a16="http://schemas.microsoft.com/office/drawing/2014/main" val="1849673152"/>
                    </a:ext>
                  </a:extLst>
                </a:gridCol>
                <a:gridCol w="2005151">
                  <a:extLst>
                    <a:ext uri="{9D8B030D-6E8A-4147-A177-3AD203B41FA5}">
                      <a16:colId xmlns:a16="http://schemas.microsoft.com/office/drawing/2014/main" val="1058208250"/>
                    </a:ext>
                  </a:extLst>
                </a:gridCol>
                <a:gridCol w="722630">
                  <a:extLst>
                    <a:ext uri="{9D8B030D-6E8A-4147-A177-3AD203B41FA5}">
                      <a16:colId xmlns:a16="http://schemas.microsoft.com/office/drawing/2014/main" val="3562810170"/>
                    </a:ext>
                  </a:extLst>
                </a:gridCol>
                <a:gridCol w="1272209">
                  <a:extLst>
                    <a:ext uri="{9D8B030D-6E8A-4147-A177-3AD203B41FA5}">
                      <a16:colId xmlns:a16="http://schemas.microsoft.com/office/drawing/2014/main" val="144200378"/>
                    </a:ext>
                  </a:extLst>
                </a:gridCol>
                <a:gridCol w="3677478">
                  <a:extLst>
                    <a:ext uri="{9D8B030D-6E8A-4147-A177-3AD203B41FA5}">
                      <a16:colId xmlns:a16="http://schemas.microsoft.com/office/drawing/2014/main" val="2627536172"/>
                    </a:ext>
                  </a:extLst>
                </a:gridCol>
                <a:gridCol w="3981132">
                  <a:extLst>
                    <a:ext uri="{9D8B030D-6E8A-4147-A177-3AD203B41FA5}">
                      <a16:colId xmlns:a16="http://schemas.microsoft.com/office/drawing/2014/main" val="825511800"/>
                    </a:ext>
                  </a:extLst>
                </a:gridCol>
              </a:tblGrid>
              <a:tr h="689113">
                <a:tc>
                  <a:txBody>
                    <a:bodyPr/>
                    <a:lstStyle/>
                    <a:p>
                      <a:r>
                        <a:rPr lang="en-US" sz="1800" dirty="0">
                          <a:latin typeface="Times New Roman" panose="02020603050405020304" pitchFamily="18" charset="0"/>
                          <a:ea typeface="Verdana" panose="020B0604030504040204" pitchFamily="34" charset="0"/>
                          <a:cs typeface="Times New Roman" panose="02020603050405020304" pitchFamily="18" charset="0"/>
                        </a:rPr>
                        <a:t>SI</a:t>
                      </a:r>
                    </a:p>
                    <a:p>
                      <a:r>
                        <a:rPr lang="en-US" sz="1800" dirty="0">
                          <a:latin typeface="Times New Roman" panose="02020603050405020304" pitchFamily="18" charset="0"/>
                          <a:ea typeface="Verdana" panose="020B0604030504040204" pitchFamily="34" charset="0"/>
                          <a:cs typeface="Times New Roman" panose="02020603050405020304" pitchFamily="18" charset="0"/>
                        </a:rPr>
                        <a:t>NO</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Title of the Paper</a:t>
                      </a:r>
                    </a:p>
                    <a:p>
                      <a:pPr algn="ctr"/>
                      <a:r>
                        <a:rPr lang="en-US" sz="1600" dirty="0">
                          <a:latin typeface="Times New Roman" panose="02020603050405020304" pitchFamily="18" charset="0"/>
                          <a:ea typeface="Verdana" panose="020B0604030504040204" pitchFamily="34" charset="0"/>
                          <a:cs typeface="Times New Roman" panose="02020603050405020304" pitchFamily="18" charset="0"/>
                        </a:rPr>
                        <a:t>(conference paper)</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800" dirty="0">
                          <a:latin typeface="Times New Roman" panose="02020603050405020304" pitchFamily="18" charset="0"/>
                          <a:ea typeface="Verdana" panose="020B0604030504040204" pitchFamily="34" charset="0"/>
                          <a:cs typeface="Times New Roman" panose="02020603050405020304" pitchFamily="18" charset="0"/>
                        </a:rPr>
                        <a:t>Year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Author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Key Findings</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ea typeface="Verdana" panose="020B0604030504040204" pitchFamily="34" charset="0"/>
                          <a:cs typeface="Times New Roman" panose="02020603050405020304" pitchFamily="18" charset="0"/>
                        </a:rPr>
                        <a:t>Research gap</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1634905332"/>
                  </a:ext>
                </a:extLst>
              </a:tr>
              <a:tr h="2695878">
                <a:tc>
                  <a:txBody>
                    <a:bodyPr/>
                    <a:lstStyle/>
                    <a:p>
                      <a:r>
                        <a:rPr lang="en-US" sz="1600" b="1" dirty="0">
                          <a:latin typeface="Times New Roman" panose="02020603050405020304" pitchFamily="18" charset="0"/>
                          <a:ea typeface="Verdana" panose="020B0604030504040204" pitchFamily="34" charset="0"/>
                          <a:cs typeface="Times New Roman" panose="02020603050405020304" pitchFamily="18" charset="0"/>
                        </a:rPr>
                        <a:t>2.</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IN" sz="1600" b="1" dirty="0">
                          <a:latin typeface="Times New Roman" panose="02020603050405020304" pitchFamily="18" charset="0"/>
                          <a:ea typeface="Verdana" panose="020B0604030504040204" pitchFamily="34" charset="0"/>
                          <a:cs typeface="Times New Roman" panose="02020603050405020304" pitchFamily="18" charset="0"/>
                        </a:rPr>
                        <a:t>ARDUINO BASED SMART ENERGY METER USING GSM</a:t>
                      </a: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2021</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IN" sz="1600" dirty="0">
                          <a:latin typeface="Times New Roman" panose="02020603050405020304" pitchFamily="18" charset="0"/>
                          <a:ea typeface="Verdana" panose="020B0604030504040204" pitchFamily="34" charset="0"/>
                          <a:cs typeface="Times New Roman" panose="02020603050405020304" pitchFamily="18" charset="0"/>
                        </a:rPr>
                        <a:t>Himanshu K. Patel and  TanishMody</a:t>
                      </a: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project aims to create a smart energy meter that monitors electricity usage in real time and sends data to users through GSM technology. an Arduino microcontroller reads the energy data, which is then transmitted via SMS using a GSM module. The system also notifies users about their consumption, including high usage alerts, helping them manage energy more efficiently.</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system focuses on basic energy monitoring and SMS notifications but does not explore advanced features such as remote disconnection, IoT integration, or detailed consumption analytics. Additionally, while it aims to monitor energy usage, the project does not address optimizing the energy efficiency of the system itself, particularly regarding the energy consumption of the GSM module and Arduino.</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898652000"/>
                  </a:ext>
                </a:extLst>
              </a:tr>
              <a:tr h="2756367">
                <a:tc>
                  <a:txBody>
                    <a:bodyPr/>
                    <a:lstStyle/>
                    <a:p>
                      <a:r>
                        <a:rPr lang="en-US" sz="1600" b="1" dirty="0">
                          <a:latin typeface="Times New Roman" panose="02020603050405020304" pitchFamily="18" charset="0"/>
                          <a:ea typeface="Verdana" panose="020B0604030504040204" pitchFamily="34" charset="0"/>
                          <a:cs typeface="Times New Roman" panose="02020603050405020304" pitchFamily="18" charset="0"/>
                        </a:rPr>
                        <a:t>3.</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latin typeface="Times New Roman" panose="02020603050405020304" pitchFamily="18" charset="0"/>
                          <a:ea typeface="Verdana" panose="020B0604030504040204" pitchFamily="34" charset="0"/>
                          <a:cs typeface="Times New Roman" panose="02020603050405020304" pitchFamily="18" charset="0"/>
                        </a:rPr>
                        <a:t>DESIGN, IMPLEMENTATIONAND DEPLOYMENT OF AN IOT BASED SMART ENERGY MANAGEMENT SYSTEM</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p>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2019</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M. Usman saleem ,</a:t>
                      </a:r>
                    </a:p>
                    <a:p>
                      <a:r>
                        <a:rPr lang="en-US" sz="1600" dirty="0">
                          <a:latin typeface="Times New Roman" panose="02020603050405020304" pitchFamily="18" charset="0"/>
                          <a:ea typeface="Verdana" panose="020B0604030504040204" pitchFamily="34" charset="0"/>
                          <a:cs typeface="Times New Roman" panose="02020603050405020304" pitchFamily="18" charset="0"/>
                        </a:rPr>
                        <a:t> m. Rehan usman , and mustafa shakir</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Smart Energy Management System (SEMS) integrates IoT devices, a central server, and a user interface to monitor and manage energy consumption. User interaction is enabled via a mobile application, while communication between devices and the cloud is ensured through reliable protocols like MQTT and HTTP.</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document briefly touches on the use of IoT devices and cloud computing but lacks in-depth discussion of the security and privacy concerns associated with the system. Additionally, it does not include a cost-benefit analysis, leaving the economic feasibility of large-scale deployment unexplored. Future research could focus on evaluating the costs of IoT devices, cloud services, and ongoing maintenance to assess its practicality.</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2618880927"/>
                  </a:ext>
                </a:extLst>
              </a:tr>
            </a:tbl>
          </a:graphicData>
        </a:graphic>
      </p:graphicFrame>
      <p:sp>
        <p:nvSpPr>
          <p:cNvPr id="4" name="TextBox 3">
            <a:extLst>
              <a:ext uri="{FF2B5EF4-FFF2-40B4-BE49-F238E27FC236}">
                <a16:creationId xmlns:a16="http://schemas.microsoft.com/office/drawing/2014/main" id="{70E49CA1-A1FC-3235-F998-B870F119406F}"/>
              </a:ext>
            </a:extLst>
          </p:cNvPr>
          <p:cNvSpPr txBox="1"/>
          <p:nvPr/>
        </p:nvSpPr>
        <p:spPr>
          <a:xfrm>
            <a:off x="4604093" y="0"/>
            <a:ext cx="2977185"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sym typeface="Montserrat"/>
              </a:rPr>
              <a:t>Literature Survey</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465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57D0CE2-28F3-34C5-6A2E-389F011C9C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graphicFrame>
        <p:nvGraphicFramePr>
          <p:cNvPr id="4" name="Picture Placeholder 3">
            <a:extLst>
              <a:ext uri="{FF2B5EF4-FFF2-40B4-BE49-F238E27FC236}">
                <a16:creationId xmlns:a16="http://schemas.microsoft.com/office/drawing/2014/main" id="{B2A327C9-A5C3-6613-AA60-EDE58AA87B7F}"/>
              </a:ext>
            </a:extLst>
          </p:cNvPr>
          <p:cNvGraphicFramePr>
            <a:graphicFrameLocks noGrp="1"/>
          </p:cNvGraphicFramePr>
          <p:nvPr>
            <p:ph type="pic" idx="2"/>
            <p:extLst>
              <p:ext uri="{D42A27DB-BD31-4B8C-83A1-F6EECF244321}">
                <p14:modId xmlns:p14="http://schemas.microsoft.com/office/powerpoint/2010/main" val="3311885622"/>
              </p:ext>
            </p:extLst>
          </p:nvPr>
        </p:nvGraphicFramePr>
        <p:xfrm>
          <a:off x="0" y="546100"/>
          <a:ext cx="12191999" cy="6294831"/>
        </p:xfrm>
        <a:graphic>
          <a:graphicData uri="http://schemas.openxmlformats.org/drawingml/2006/table">
            <a:tbl>
              <a:tblPr firstRow="1" bandRow="1">
                <a:tableStyleId>{22838BEF-8BB2-4498-84A7-C5851F593DF1}</a:tableStyleId>
              </a:tblPr>
              <a:tblGrid>
                <a:gridCol w="551371">
                  <a:extLst>
                    <a:ext uri="{9D8B030D-6E8A-4147-A177-3AD203B41FA5}">
                      <a16:colId xmlns:a16="http://schemas.microsoft.com/office/drawing/2014/main" val="1849673152"/>
                    </a:ext>
                  </a:extLst>
                </a:gridCol>
                <a:gridCol w="2013670">
                  <a:extLst>
                    <a:ext uri="{9D8B030D-6E8A-4147-A177-3AD203B41FA5}">
                      <a16:colId xmlns:a16="http://schemas.microsoft.com/office/drawing/2014/main" val="1058208250"/>
                    </a:ext>
                  </a:extLst>
                </a:gridCol>
                <a:gridCol w="605542">
                  <a:extLst>
                    <a:ext uri="{9D8B030D-6E8A-4147-A177-3AD203B41FA5}">
                      <a16:colId xmlns:a16="http://schemas.microsoft.com/office/drawing/2014/main" val="3562810170"/>
                    </a:ext>
                  </a:extLst>
                </a:gridCol>
                <a:gridCol w="1470991">
                  <a:extLst>
                    <a:ext uri="{9D8B030D-6E8A-4147-A177-3AD203B41FA5}">
                      <a16:colId xmlns:a16="http://schemas.microsoft.com/office/drawing/2014/main" val="144200378"/>
                    </a:ext>
                  </a:extLst>
                </a:gridCol>
                <a:gridCol w="3717235">
                  <a:extLst>
                    <a:ext uri="{9D8B030D-6E8A-4147-A177-3AD203B41FA5}">
                      <a16:colId xmlns:a16="http://schemas.microsoft.com/office/drawing/2014/main" val="2627536172"/>
                    </a:ext>
                  </a:extLst>
                </a:gridCol>
                <a:gridCol w="3833190">
                  <a:extLst>
                    <a:ext uri="{9D8B030D-6E8A-4147-A177-3AD203B41FA5}">
                      <a16:colId xmlns:a16="http://schemas.microsoft.com/office/drawing/2014/main" val="825511800"/>
                    </a:ext>
                  </a:extLst>
                </a:gridCol>
              </a:tblGrid>
              <a:tr h="747471">
                <a:tc>
                  <a:txBody>
                    <a:bodyPr/>
                    <a:lstStyle/>
                    <a:p>
                      <a:r>
                        <a:rPr lang="en-US" sz="1400" dirty="0">
                          <a:latin typeface="Times New Roman" panose="02020603050405020304" pitchFamily="18" charset="0"/>
                          <a:ea typeface="Verdana" panose="020B0604030504040204" pitchFamily="34" charset="0"/>
                          <a:cs typeface="Times New Roman" panose="02020603050405020304" pitchFamily="18" charset="0"/>
                        </a:rPr>
                        <a:t>SI</a:t>
                      </a:r>
                    </a:p>
                    <a:p>
                      <a:r>
                        <a:rPr lang="en-US" sz="1400" dirty="0">
                          <a:latin typeface="Times New Roman" panose="02020603050405020304" pitchFamily="18" charset="0"/>
                          <a:ea typeface="Verdana" panose="020B0604030504040204" pitchFamily="34" charset="0"/>
                          <a:cs typeface="Times New Roman" panose="02020603050405020304" pitchFamily="18" charset="0"/>
                        </a:rPr>
                        <a:t>NO</a:t>
                      </a:r>
                      <a:endParaRPr lang="en-IN" sz="14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Title of the Paper</a:t>
                      </a:r>
                    </a:p>
                    <a:p>
                      <a:r>
                        <a:rPr lang="en-US" sz="1600" dirty="0">
                          <a:latin typeface="Times New Roman" panose="02020603050405020304" pitchFamily="18" charset="0"/>
                          <a:ea typeface="Verdana" panose="020B0604030504040204" pitchFamily="34" charset="0"/>
                          <a:cs typeface="Times New Roman" panose="02020603050405020304" pitchFamily="18" charset="0"/>
                        </a:rPr>
                        <a:t>(conference paper)</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Year</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ea typeface="Verdana" panose="020B0604030504040204" pitchFamily="34" charset="0"/>
                          <a:cs typeface="Times New Roman" panose="02020603050405020304" pitchFamily="18" charset="0"/>
                        </a:rPr>
                        <a:t>Author</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ea typeface="Verdana" panose="020B0604030504040204" pitchFamily="34" charset="0"/>
                          <a:cs typeface="Times New Roman" panose="02020603050405020304" pitchFamily="18" charset="0"/>
                        </a:rPr>
                        <a:t>Key Findings</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ea typeface="Verdana" panose="020B0604030504040204" pitchFamily="34" charset="0"/>
                          <a:cs typeface="Times New Roman" panose="02020603050405020304" pitchFamily="18" charset="0"/>
                        </a:rPr>
                        <a:t>Research gap</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1634905332"/>
                  </a:ext>
                </a:extLst>
              </a:tr>
              <a:tr h="2469634">
                <a:tc>
                  <a:txBody>
                    <a:bodyPr/>
                    <a:lstStyle/>
                    <a:p>
                      <a:r>
                        <a:rPr lang="en-US" sz="1600" b="1" dirty="0">
                          <a:latin typeface="Times New Roman" panose="02020603050405020304" pitchFamily="18" charset="0"/>
                          <a:ea typeface="Verdana" panose="020B0604030504040204" pitchFamily="34" charset="0"/>
                          <a:cs typeface="Times New Roman" panose="02020603050405020304" pitchFamily="18" charset="0"/>
                        </a:rPr>
                        <a:t>4.</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b="1" dirty="0">
                          <a:latin typeface="Times New Roman" panose="02020603050405020304" pitchFamily="18" charset="0"/>
                          <a:ea typeface="Verdana" panose="020B0604030504040204" pitchFamily="34" charset="0"/>
                          <a:cs typeface="Times New Roman" panose="02020603050405020304" pitchFamily="18" charset="0"/>
                        </a:rPr>
                        <a:t>DESIGN AND </a:t>
                      </a:r>
                      <a:r>
                        <a:rPr lang="en-US" sz="1400" b="1" dirty="0">
                          <a:latin typeface="Times New Roman" panose="02020603050405020304" pitchFamily="18" charset="0"/>
                          <a:ea typeface="Verdana" panose="020B0604030504040204" pitchFamily="34" charset="0"/>
                          <a:cs typeface="Times New Roman" panose="02020603050405020304" pitchFamily="18" charset="0"/>
                        </a:rPr>
                        <a:t>DEVELOPMENT</a:t>
                      </a:r>
                      <a:r>
                        <a:rPr lang="en-US" sz="1600" b="1" dirty="0">
                          <a:latin typeface="Times New Roman" panose="02020603050405020304" pitchFamily="18" charset="0"/>
                          <a:ea typeface="Verdana" panose="020B0604030504040204" pitchFamily="34" charset="0"/>
                          <a:cs typeface="Times New Roman" panose="02020603050405020304" pitchFamily="18" charset="0"/>
                        </a:rPr>
                        <a:t> OF AUTONOMOUS SMART ENERGY METER WITH REMOTE MANAGEMENT CONTROL </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2020</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IN" sz="1600" dirty="0">
                          <a:latin typeface="Times New Roman" panose="02020603050405020304" pitchFamily="18" charset="0"/>
                          <a:ea typeface="Verdana" panose="020B0604030504040204" pitchFamily="34" charset="0"/>
                          <a:cs typeface="Times New Roman" panose="02020603050405020304" pitchFamily="18" charset="0"/>
                        </a:rPr>
                        <a:t>Umayal Muthu V , Dr.A  Shunmugalatha Kowsika, Balamurugan, Aravind D S and Shanmuga Sundarapandi B  </a:t>
                      </a: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proposed smart energy meter automates traditional manual energy metering, minimizing human errors and inefficiencies in billing. It enables users to remotely monitor and control their energy consumption through a mobile app, allowing for real-time management and identification of high-energy appliances. </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evaluation of the smart energy meter lacks empirical data regarding its long-term performance and reliability in various operations environments. Future research could explore integrating the smart energy meter with renewable energy sources and smart home technologies to improve energy management and enhance its functionality.</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898652000"/>
                  </a:ext>
                </a:extLst>
              </a:tr>
              <a:tr h="2945708">
                <a:tc>
                  <a:txBody>
                    <a:bodyPr/>
                    <a:lstStyle/>
                    <a:p>
                      <a:r>
                        <a:rPr lang="en-US" sz="1600" b="1" dirty="0">
                          <a:latin typeface="Times New Roman" panose="02020603050405020304" pitchFamily="18" charset="0"/>
                          <a:ea typeface="Verdana" panose="020B0604030504040204" pitchFamily="34" charset="0"/>
                          <a:cs typeface="Times New Roman" panose="02020603050405020304" pitchFamily="18" charset="0"/>
                        </a:rPr>
                        <a:t>5.</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latin typeface="Times New Roman" panose="02020603050405020304" pitchFamily="18" charset="0"/>
                          <a:ea typeface="Verdana" panose="020B0604030504040204" pitchFamily="34" charset="0"/>
                          <a:cs typeface="Times New Roman" panose="02020603050405020304" pitchFamily="18" charset="0"/>
                        </a:rPr>
                        <a:t>DESIGN AND OPERATION OF SMART ENERGY METER FOR EFFECTIVE ENERGY UTILIZATION IN SMART CITIES </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p>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US" sz="1600" dirty="0">
                          <a:latin typeface="Times New Roman" panose="02020603050405020304" pitchFamily="18" charset="0"/>
                          <a:ea typeface="Verdana" panose="020B0604030504040204" pitchFamily="34" charset="0"/>
                          <a:cs typeface="Times New Roman" panose="02020603050405020304" pitchFamily="18" charset="0"/>
                        </a:rPr>
                        <a:t>2023</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r>
                        <a:rPr lang="en-IN" sz="1600" dirty="0">
                          <a:latin typeface="Times New Roman" panose="02020603050405020304" pitchFamily="18" charset="0"/>
                          <a:ea typeface="Verdana" panose="020B0604030504040204" pitchFamily="34" charset="0"/>
                          <a:cs typeface="Times New Roman" panose="02020603050405020304" pitchFamily="18" charset="0"/>
                        </a:rPr>
                        <a:t>Qasim Mali, Aamir Zia,</a:t>
                      </a:r>
                    </a:p>
                    <a:p>
                      <a:r>
                        <a:rPr lang="en-IN" sz="1600" dirty="0">
                          <a:latin typeface="Times New Roman" panose="02020603050405020304" pitchFamily="18" charset="0"/>
                          <a:ea typeface="Verdana" panose="020B0604030504040204" pitchFamily="34" charset="0"/>
                          <a:cs typeface="Times New Roman" panose="02020603050405020304" pitchFamily="18" charset="0"/>
                        </a:rPr>
                        <a:t>Rehan Ahmad, </a:t>
                      </a:r>
                    </a:p>
                    <a:p>
                      <a:r>
                        <a:rPr lang="en-IN" sz="1600" dirty="0">
                          <a:latin typeface="Times New Roman" panose="02020603050405020304" pitchFamily="18" charset="0"/>
                          <a:ea typeface="Verdana" panose="020B0604030504040204" pitchFamily="34" charset="0"/>
                          <a:cs typeface="Times New Roman" panose="02020603050405020304" pitchFamily="18" charset="0"/>
                        </a:rPr>
                        <a:t>Muhammad Asim Butt and</a:t>
                      </a:r>
                    </a:p>
                    <a:p>
                      <a:r>
                        <a:rPr lang="en-IN" sz="1600" dirty="0">
                          <a:latin typeface="Times New Roman" panose="02020603050405020304" pitchFamily="18" charset="0"/>
                          <a:ea typeface="Verdana" panose="020B0604030504040204" pitchFamily="34" charset="0"/>
                          <a:cs typeface="Times New Roman" panose="02020603050405020304" pitchFamily="18" charset="0"/>
                        </a:rPr>
                        <a:t>Zain Ahmad Javed </a:t>
                      </a:r>
                    </a:p>
                    <a:p>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smart energy meter system enables real-time data transmission between consumers and utility providers, allowing users to instantly access and adjust their energy usage. By automating data collection and billing, it reduces human error inherent in traditional methods. Additionally, the user-friendly interface displays essential consumption data, enhancing user engagement and awareness.</a:t>
                      </a:r>
                    </a:p>
                    <a:p>
                      <a:pPr marL="285750" indent="-285750">
                        <a:buFont typeface="Wingdings" panose="05000000000000000000" pitchFamily="2" charset="2"/>
                        <a:buChar char="q"/>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tc>
                  <a:txBody>
                    <a:bodyPr/>
                    <a:lstStyle/>
                    <a:p>
                      <a:pPr marL="285750" indent="-285750" algn="just">
                        <a:buFont typeface="Wingdings" panose="05000000000000000000" pitchFamily="2" charset="2"/>
                        <a:buChar char="q"/>
                      </a:pPr>
                      <a:r>
                        <a:rPr lang="en-US" sz="1600" dirty="0">
                          <a:latin typeface="Times New Roman" panose="02020603050405020304" pitchFamily="18" charset="0"/>
                          <a:ea typeface="Verdana" panose="020B0604030504040204" pitchFamily="34" charset="0"/>
                          <a:cs typeface="Times New Roman" panose="02020603050405020304" pitchFamily="18" charset="0"/>
                        </a:rPr>
                        <a:t>The study overlooks the impact of smart meters on consumer behavior, particularly in terms of how these devices might influence energy usage and payment habits. Additionally, while security features are briefly mentioned, there is no in-depth analysis of the data privacy concerns associated with the collection and transmission of user consumption data, which is crucial for ensuring consumer trust.</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1950720770"/>
                  </a:ext>
                </a:extLst>
              </a:tr>
            </a:tbl>
          </a:graphicData>
        </a:graphic>
      </p:graphicFrame>
      <p:sp>
        <p:nvSpPr>
          <p:cNvPr id="6" name="TextBox 5">
            <a:extLst>
              <a:ext uri="{FF2B5EF4-FFF2-40B4-BE49-F238E27FC236}">
                <a16:creationId xmlns:a16="http://schemas.microsoft.com/office/drawing/2014/main" id="{632BACA5-01A2-0DAD-FFA9-AE02F5232BE0}"/>
              </a:ext>
            </a:extLst>
          </p:cNvPr>
          <p:cNvSpPr txBox="1"/>
          <p:nvPr/>
        </p:nvSpPr>
        <p:spPr>
          <a:xfrm>
            <a:off x="4588874" y="0"/>
            <a:ext cx="3014249"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sym typeface="Montserrat"/>
              </a:rPr>
              <a:t>Literature Survey</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6081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AD18D8-BDAB-5AA4-DD18-80E3CEBCC2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76" name="Slide Number Placeholder 2">
            <a:extLst>
              <a:ext uri="{FF2B5EF4-FFF2-40B4-BE49-F238E27FC236}">
                <a16:creationId xmlns:a16="http://schemas.microsoft.com/office/drawing/2014/main" id="{1429E83A-FCEA-5C3C-0781-BD9110303997}"/>
              </a:ext>
            </a:extLst>
          </p:cNvPr>
          <p:cNvSpPr txBox="1">
            <a:spLocks/>
          </p:cNvSpPr>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9</a:t>
            </a:fld>
            <a:endParaRPr lang="en-US" dirty="0"/>
          </a:p>
        </p:txBody>
      </p:sp>
      <p:sp>
        <p:nvSpPr>
          <p:cNvPr id="77" name="Google Shape;125;p3">
            <a:extLst>
              <a:ext uri="{FF2B5EF4-FFF2-40B4-BE49-F238E27FC236}">
                <a16:creationId xmlns:a16="http://schemas.microsoft.com/office/drawing/2014/main" id="{A3A03D2A-0378-9BEA-5122-7EDF2A9CC37C}"/>
              </a:ext>
            </a:extLst>
          </p:cNvPr>
          <p:cNvSpPr txBox="1"/>
          <p:nvPr/>
        </p:nvSpPr>
        <p:spPr>
          <a:xfrm>
            <a:off x="1139875" y="234178"/>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1" dirty="0">
                <a:latin typeface="Montserrat"/>
                <a:sym typeface="Montserrat"/>
              </a:rPr>
              <a:t>Analysis - SWOT</a:t>
            </a:r>
            <a:endParaRPr sz="1600" dirty="0"/>
          </a:p>
        </p:txBody>
      </p:sp>
      <p:grpSp>
        <p:nvGrpSpPr>
          <p:cNvPr id="78" name="Google Shape;488;p10">
            <a:extLst>
              <a:ext uri="{FF2B5EF4-FFF2-40B4-BE49-F238E27FC236}">
                <a16:creationId xmlns:a16="http://schemas.microsoft.com/office/drawing/2014/main" id="{BC598E40-3B70-3395-06AA-A9F90CE0847A}"/>
              </a:ext>
            </a:extLst>
          </p:cNvPr>
          <p:cNvGrpSpPr/>
          <p:nvPr/>
        </p:nvGrpSpPr>
        <p:grpSpPr>
          <a:xfrm>
            <a:off x="213106" y="1087852"/>
            <a:ext cx="6735756" cy="1982840"/>
            <a:chOff x="928691" y="421011"/>
            <a:chExt cx="2812894" cy="1487167"/>
          </a:xfrm>
        </p:grpSpPr>
        <p:sp>
          <p:nvSpPr>
            <p:cNvPr id="79" name="Google Shape;489;p10">
              <a:extLst>
                <a:ext uri="{FF2B5EF4-FFF2-40B4-BE49-F238E27FC236}">
                  <a16:creationId xmlns:a16="http://schemas.microsoft.com/office/drawing/2014/main" id="{49A5AAFE-B48C-8611-D8B2-CC91FB8F5235}"/>
                </a:ext>
              </a:extLst>
            </p:cNvPr>
            <p:cNvSpPr/>
            <p:nvPr/>
          </p:nvSpPr>
          <p:spPr>
            <a:xfrm>
              <a:off x="2842986" y="1102623"/>
              <a:ext cx="898599" cy="431632"/>
            </a:xfrm>
            <a:custGeom>
              <a:avLst/>
              <a:gdLst/>
              <a:ahLst/>
              <a:cxnLst/>
              <a:rect l="l" t="t" r="r" b="b"/>
              <a:pathLst>
                <a:path w="52055" h="25004" fill="none" extrusionOk="0">
                  <a:moveTo>
                    <a:pt x="52055" y="25004"/>
                  </a:moveTo>
                  <a:lnTo>
                    <a:pt x="27052" y="1"/>
                  </a:lnTo>
                  <a:lnTo>
                    <a:pt x="1" y="1"/>
                  </a:lnTo>
                </a:path>
              </a:pathLst>
            </a:custGeom>
            <a:noFill/>
            <a:ln w="11025" cap="flat" cmpd="sng">
              <a:solidFill>
                <a:schemeClr val="accent6"/>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80" name="Google Shape;490;p10">
              <a:extLst>
                <a:ext uri="{FF2B5EF4-FFF2-40B4-BE49-F238E27FC236}">
                  <a16:creationId xmlns:a16="http://schemas.microsoft.com/office/drawing/2014/main" id="{FC6C383D-5993-DC26-BD67-63397EBC1C6B}"/>
                </a:ext>
              </a:extLst>
            </p:cNvPr>
            <p:cNvGrpSpPr/>
            <p:nvPr/>
          </p:nvGrpSpPr>
          <p:grpSpPr>
            <a:xfrm>
              <a:off x="928691" y="421011"/>
              <a:ext cx="2230498" cy="1487167"/>
              <a:chOff x="928691" y="421011"/>
              <a:chExt cx="2230498" cy="1487167"/>
            </a:xfrm>
          </p:grpSpPr>
          <p:sp>
            <p:nvSpPr>
              <p:cNvPr id="81" name="Google Shape;491;p10">
                <a:extLst>
                  <a:ext uri="{FF2B5EF4-FFF2-40B4-BE49-F238E27FC236}">
                    <a16:creationId xmlns:a16="http://schemas.microsoft.com/office/drawing/2014/main" id="{B8FDFA02-C77F-39E3-3ADD-874021836363}"/>
                  </a:ext>
                </a:extLst>
              </p:cNvPr>
              <p:cNvSpPr txBox="1"/>
              <p:nvPr/>
            </p:nvSpPr>
            <p:spPr>
              <a:xfrm>
                <a:off x="1274589" y="493978"/>
                <a:ext cx="1884600" cy="1414200"/>
              </a:xfrm>
              <a:prstGeom prst="rect">
                <a:avLst/>
              </a:prstGeom>
              <a:noFill/>
              <a:ln>
                <a:noFill/>
              </a:ln>
            </p:spPr>
            <p:txBody>
              <a:bodyPr spcFirstLastPara="1" wrap="square" lIns="121900" tIns="121900" rIns="121900" bIns="121900" anchor="ctr" anchorCtr="0">
                <a:noAutofit/>
              </a:bodyPr>
              <a:lstStyle/>
              <a:p>
                <a:pPr marL="0" marR="0" lvl="0" indent="0" algn="just"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S1. </a:t>
                </a:r>
                <a:r>
                  <a:rPr lang="en-IN" sz="1600" dirty="0">
                    <a:latin typeface="Verdana" panose="020B0604030504040204" pitchFamily="34" charset="0"/>
                    <a:ea typeface="Verdana" panose="020B0604030504040204" pitchFamily="34" charset="0"/>
                  </a:rPr>
                  <a:t>Innovative Technology</a:t>
                </a:r>
                <a:endParaRPr lang="en-US"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S2. </a:t>
                </a:r>
                <a:r>
                  <a:rPr lang="en-IN" sz="1600" dirty="0">
                    <a:latin typeface="Verdana" panose="020B0604030504040204" pitchFamily="34" charset="0"/>
                    <a:ea typeface="Verdana" panose="020B0604030504040204" pitchFamily="34" charset="0"/>
                  </a:rPr>
                  <a:t>Energy Efficiency</a:t>
                </a:r>
                <a:endParaRPr lang="en-US"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just"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S3. </a:t>
                </a:r>
                <a:r>
                  <a:rPr lang="en-IN" sz="1600" dirty="0">
                    <a:latin typeface="Verdana" panose="020B0604030504040204" pitchFamily="34" charset="0"/>
                    <a:ea typeface="Verdana" panose="020B0604030504040204" pitchFamily="34" charset="0"/>
                  </a:rPr>
                  <a:t>Integration with Smart Homes</a:t>
                </a:r>
                <a:endParaRPr sz="1600" dirty="0">
                  <a:latin typeface="Verdana" panose="020B0604030504040204" pitchFamily="34" charset="0"/>
                  <a:ea typeface="Verdana" panose="020B0604030504040204" pitchFamily="34" charset="0"/>
                </a:endParaRPr>
              </a:p>
            </p:txBody>
          </p:sp>
          <p:sp>
            <p:nvSpPr>
              <p:cNvPr id="82" name="Google Shape;492;p10">
                <a:extLst>
                  <a:ext uri="{FF2B5EF4-FFF2-40B4-BE49-F238E27FC236}">
                    <a16:creationId xmlns:a16="http://schemas.microsoft.com/office/drawing/2014/main" id="{47F0AFD9-4A16-7EF8-01B0-632181E3292E}"/>
                  </a:ext>
                </a:extLst>
              </p:cNvPr>
              <p:cNvSpPr txBox="1"/>
              <p:nvPr/>
            </p:nvSpPr>
            <p:spPr>
              <a:xfrm>
                <a:off x="928691" y="421011"/>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dirty="0">
                    <a:solidFill>
                      <a:schemeClr val="accent6"/>
                    </a:solidFill>
                    <a:latin typeface="Fira Sans Extra Condensed Medium"/>
                    <a:ea typeface="Fira Sans Extra Condensed Medium"/>
                    <a:cs typeface="Fira Sans Extra Condensed Medium"/>
                    <a:sym typeface="Fira Sans Extra Condensed Medium"/>
                  </a:rPr>
                  <a:t>Strengths</a:t>
                </a:r>
                <a:endParaRPr sz="2267" b="1" dirty="0">
                  <a:solidFill>
                    <a:schemeClr val="accent6"/>
                  </a:solidFill>
                  <a:latin typeface="Fira Sans Extra Condensed Medium"/>
                  <a:ea typeface="Fira Sans Extra Condensed Medium"/>
                  <a:cs typeface="Fira Sans Extra Condensed Medium"/>
                  <a:sym typeface="Fira Sans Extra Condensed Medium"/>
                </a:endParaRPr>
              </a:p>
            </p:txBody>
          </p:sp>
        </p:grpSp>
      </p:grpSp>
      <p:grpSp>
        <p:nvGrpSpPr>
          <p:cNvPr id="83" name="Google Shape;483;p10">
            <a:extLst>
              <a:ext uri="{FF2B5EF4-FFF2-40B4-BE49-F238E27FC236}">
                <a16:creationId xmlns:a16="http://schemas.microsoft.com/office/drawing/2014/main" id="{AF057B3A-9FAC-8122-E97B-121D0B56EF34}"/>
              </a:ext>
            </a:extLst>
          </p:cNvPr>
          <p:cNvGrpSpPr/>
          <p:nvPr/>
        </p:nvGrpSpPr>
        <p:grpSpPr>
          <a:xfrm>
            <a:off x="6918064" y="990976"/>
            <a:ext cx="5083243" cy="2241980"/>
            <a:chOff x="5188548" y="1062506"/>
            <a:chExt cx="3812431" cy="1182168"/>
          </a:xfrm>
        </p:grpSpPr>
        <p:sp>
          <p:nvSpPr>
            <p:cNvPr id="84" name="Google Shape;484;p10">
              <a:extLst>
                <a:ext uri="{FF2B5EF4-FFF2-40B4-BE49-F238E27FC236}">
                  <a16:creationId xmlns:a16="http://schemas.microsoft.com/office/drawing/2014/main" id="{C1D4718F-01CE-2E00-A851-BB51051B2A08}"/>
                </a:ext>
              </a:extLst>
            </p:cNvPr>
            <p:cNvSpPr/>
            <p:nvPr/>
          </p:nvSpPr>
          <p:spPr>
            <a:xfrm>
              <a:off x="5188548" y="1644028"/>
              <a:ext cx="898599" cy="431632"/>
            </a:xfrm>
            <a:custGeom>
              <a:avLst/>
              <a:gdLst/>
              <a:ahLst/>
              <a:cxnLst/>
              <a:rect l="l" t="t" r="r" b="b"/>
              <a:pathLst>
                <a:path w="52055" h="25004" fill="none" extrusionOk="0">
                  <a:moveTo>
                    <a:pt x="0" y="25004"/>
                  </a:moveTo>
                  <a:lnTo>
                    <a:pt x="25003" y="1"/>
                  </a:lnTo>
                  <a:lnTo>
                    <a:pt x="52054" y="1"/>
                  </a:lnTo>
                </a:path>
              </a:pathLst>
            </a:custGeom>
            <a:noFill/>
            <a:ln w="11025"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85" name="Google Shape;485;p10">
              <a:extLst>
                <a:ext uri="{FF2B5EF4-FFF2-40B4-BE49-F238E27FC236}">
                  <a16:creationId xmlns:a16="http://schemas.microsoft.com/office/drawing/2014/main" id="{F1FC6571-A199-4E84-7992-91F15D4567EE}"/>
                </a:ext>
              </a:extLst>
            </p:cNvPr>
            <p:cNvGrpSpPr/>
            <p:nvPr/>
          </p:nvGrpSpPr>
          <p:grpSpPr>
            <a:xfrm>
              <a:off x="6513330" y="1062506"/>
              <a:ext cx="2487649" cy="1182168"/>
              <a:chOff x="6513330" y="1062506"/>
              <a:chExt cx="2487649" cy="1182168"/>
            </a:xfrm>
          </p:grpSpPr>
          <p:sp>
            <p:nvSpPr>
              <p:cNvPr id="86" name="Google Shape;486;p10">
                <a:extLst>
                  <a:ext uri="{FF2B5EF4-FFF2-40B4-BE49-F238E27FC236}">
                    <a16:creationId xmlns:a16="http://schemas.microsoft.com/office/drawing/2014/main" id="{A456607C-E8E8-6DF7-B098-3892CD55B5D5}"/>
                  </a:ext>
                </a:extLst>
              </p:cNvPr>
              <p:cNvSpPr txBox="1"/>
              <p:nvPr/>
            </p:nvSpPr>
            <p:spPr>
              <a:xfrm>
                <a:off x="6551742" y="1062506"/>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a:solidFill>
                      <a:schemeClr val="accent1"/>
                    </a:solidFill>
                    <a:latin typeface="Fira Sans Extra Condensed Medium"/>
                    <a:ea typeface="Fira Sans Extra Condensed Medium"/>
                    <a:cs typeface="Fira Sans Extra Condensed Medium"/>
                    <a:sym typeface="Fira Sans Extra Condensed Medium"/>
                  </a:rPr>
                  <a:t>Weaknesses</a:t>
                </a:r>
                <a:endParaRPr sz="2267" b="1">
                  <a:solidFill>
                    <a:schemeClr val="accent1"/>
                  </a:solidFill>
                  <a:latin typeface="Fira Sans Extra Condensed Medium"/>
                  <a:ea typeface="Fira Sans Extra Condensed Medium"/>
                  <a:cs typeface="Fira Sans Extra Condensed Medium"/>
                  <a:sym typeface="Fira Sans Extra Condensed Medium"/>
                </a:endParaRPr>
              </a:p>
            </p:txBody>
          </p:sp>
          <p:sp>
            <p:nvSpPr>
              <p:cNvPr id="87" name="Google Shape;487;p10">
                <a:extLst>
                  <a:ext uri="{FF2B5EF4-FFF2-40B4-BE49-F238E27FC236}">
                    <a16:creationId xmlns:a16="http://schemas.microsoft.com/office/drawing/2014/main" id="{AFD9CF70-89E7-1C26-3C49-A7C1742F06D2}"/>
                  </a:ext>
                </a:extLst>
              </p:cNvPr>
              <p:cNvSpPr txBox="1"/>
              <p:nvPr/>
            </p:nvSpPr>
            <p:spPr>
              <a:xfrm>
                <a:off x="6513330" y="1134373"/>
                <a:ext cx="2487649" cy="1110301"/>
              </a:xfrm>
              <a:prstGeom prst="rect">
                <a:avLst/>
              </a:prstGeom>
              <a:noFill/>
              <a:ln>
                <a:noFill/>
              </a:ln>
            </p:spPr>
            <p:txBody>
              <a:bodyPr spcFirstLastPara="1" wrap="square" lIns="121900" tIns="121900" rIns="121900" bIns="121900" anchor="ctr" anchorCtr="0">
                <a:noAutofit/>
              </a:bodyPr>
              <a:lstStyle/>
              <a:p>
                <a:r>
                  <a:rPr lang="en-US" sz="1600" dirty="0">
                    <a:solidFill>
                      <a:srgbClr val="434343"/>
                    </a:solidFill>
                    <a:latin typeface="Verdana" panose="020B0604030504040204" pitchFamily="34" charset="0"/>
                    <a:ea typeface="Verdana" panose="020B0604030504040204" pitchFamily="34" charset="0"/>
                    <a:cs typeface="Roboto"/>
                    <a:sym typeface="Roboto"/>
                  </a:rPr>
                  <a:t>W1</a:t>
                </a:r>
                <a:r>
                  <a:rPr lang="en-US" sz="1600" dirty="0">
                    <a:solidFill>
                      <a:srgbClr val="434343"/>
                    </a:solidFill>
                    <a:latin typeface="Roboto"/>
                    <a:ea typeface="Roboto"/>
                    <a:cs typeface="Roboto"/>
                    <a:sym typeface="Roboto"/>
                  </a:rPr>
                  <a:t>. </a:t>
                </a:r>
                <a:r>
                  <a:rPr lang="en-IN" sz="1600" dirty="0">
                    <a:latin typeface="Verdana" panose="020B0604030504040204" pitchFamily="34" charset="0"/>
                    <a:ea typeface="Verdana" panose="020B0604030504040204" pitchFamily="34" charset="0"/>
                  </a:rPr>
                  <a:t>High Initial Cost</a:t>
                </a:r>
                <a:endParaRPr lang="en-US" sz="1600" dirty="0">
                  <a:solidFill>
                    <a:srgbClr val="434343"/>
                  </a:solidFill>
                  <a:latin typeface="Verdana" panose="020B0604030504040204" pitchFamily="34" charset="0"/>
                  <a:ea typeface="Verdana" panose="020B0604030504040204" pitchFamily="34" charset="0"/>
                  <a:cs typeface="Roboto"/>
                  <a:sym typeface="Roboto"/>
                </a:endParaRPr>
              </a:p>
              <a:p>
                <a:r>
                  <a:rPr lang="en-US" sz="1600" dirty="0">
                    <a:solidFill>
                      <a:srgbClr val="434343"/>
                    </a:solidFill>
                    <a:latin typeface="Verdana" panose="020B0604030504040204" pitchFamily="34" charset="0"/>
                    <a:ea typeface="Verdana" panose="020B0604030504040204" pitchFamily="34" charset="0"/>
                    <a:cs typeface="Roboto"/>
                    <a:sym typeface="Roboto"/>
                  </a:rPr>
                  <a:t>W2. </a:t>
                </a:r>
                <a:r>
                  <a:rPr lang="en-IN" sz="1600" dirty="0">
                    <a:latin typeface="Verdana" panose="020B0604030504040204" pitchFamily="34" charset="0"/>
                    <a:ea typeface="Verdana" panose="020B0604030504040204" pitchFamily="34" charset="0"/>
                  </a:rPr>
                  <a:t>Privacy Concerns</a:t>
                </a:r>
                <a:endParaRPr sz="1600" dirty="0">
                  <a:solidFill>
                    <a:srgbClr val="434343"/>
                  </a:solidFill>
                  <a:latin typeface="Verdana" panose="020B0604030504040204" pitchFamily="34" charset="0"/>
                  <a:ea typeface="Verdana" panose="020B0604030504040204" pitchFamily="34" charset="0"/>
                  <a:cs typeface="Roboto"/>
                  <a:sym typeface="Roboto"/>
                </a:endParaRPr>
              </a:p>
              <a:p>
                <a:r>
                  <a:rPr lang="en-US" sz="1600" dirty="0">
                    <a:solidFill>
                      <a:srgbClr val="434343"/>
                    </a:solidFill>
                    <a:latin typeface="Verdana" panose="020B0604030504040204" pitchFamily="34" charset="0"/>
                    <a:ea typeface="Verdana" panose="020B0604030504040204" pitchFamily="34" charset="0"/>
                    <a:cs typeface="Roboto"/>
                    <a:sym typeface="Roboto"/>
                  </a:rPr>
                  <a:t>W3. </a:t>
                </a:r>
                <a:r>
                  <a:rPr lang="en-IN" sz="1600" dirty="0">
                    <a:latin typeface="Verdana" panose="020B0604030504040204" pitchFamily="34" charset="0"/>
                    <a:ea typeface="Verdana" panose="020B0604030504040204" pitchFamily="34" charset="0"/>
                  </a:rPr>
                  <a:t>Compatibility Issues</a:t>
                </a:r>
                <a:endParaRPr lang="en-US"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W4. </a:t>
                </a:r>
                <a:r>
                  <a:rPr lang="en-IN" sz="1600" dirty="0">
                    <a:latin typeface="Verdana" panose="020B0604030504040204" pitchFamily="34" charset="0"/>
                    <a:ea typeface="Verdana" panose="020B0604030504040204" pitchFamily="34" charset="0"/>
                  </a:rPr>
                  <a:t>Complexity</a:t>
                </a:r>
                <a:endParaRPr lang="en-US" sz="1600" dirty="0">
                  <a:solidFill>
                    <a:srgbClr val="434343"/>
                  </a:solidFill>
                  <a:latin typeface="Verdana" panose="020B0604030504040204" pitchFamily="34" charset="0"/>
                  <a:ea typeface="Verdana" panose="020B0604030504040204" pitchFamily="34" charset="0"/>
                  <a:cs typeface="Roboto"/>
                  <a:sym typeface="Roboto"/>
                </a:endParaRPr>
              </a:p>
            </p:txBody>
          </p:sp>
        </p:grpSp>
      </p:grpSp>
      <p:grpSp>
        <p:nvGrpSpPr>
          <p:cNvPr id="88" name="Google Shape;493;p10">
            <a:extLst>
              <a:ext uri="{FF2B5EF4-FFF2-40B4-BE49-F238E27FC236}">
                <a16:creationId xmlns:a16="http://schemas.microsoft.com/office/drawing/2014/main" id="{B6AADFD4-E8C3-BB7D-A4A7-D7ED8023D1E1}"/>
              </a:ext>
            </a:extLst>
          </p:cNvPr>
          <p:cNvGrpSpPr/>
          <p:nvPr/>
        </p:nvGrpSpPr>
        <p:grpSpPr>
          <a:xfrm>
            <a:off x="7196299" y="3872166"/>
            <a:ext cx="5131375" cy="1691925"/>
            <a:chOff x="5188548" y="2952300"/>
            <a:chExt cx="3896260" cy="1268975"/>
          </a:xfrm>
        </p:grpSpPr>
        <p:sp>
          <p:nvSpPr>
            <p:cNvPr id="89" name="Google Shape;494;p10">
              <a:extLst>
                <a:ext uri="{FF2B5EF4-FFF2-40B4-BE49-F238E27FC236}">
                  <a16:creationId xmlns:a16="http://schemas.microsoft.com/office/drawing/2014/main" id="{AF7F611E-59D4-D0FC-2887-1AD0AF4BB5D4}"/>
                </a:ext>
              </a:extLst>
            </p:cNvPr>
            <p:cNvSpPr/>
            <p:nvPr/>
          </p:nvSpPr>
          <p:spPr>
            <a:xfrm>
              <a:off x="5188548" y="3381901"/>
              <a:ext cx="898599" cy="431632"/>
            </a:xfrm>
            <a:custGeom>
              <a:avLst/>
              <a:gdLst/>
              <a:ahLst/>
              <a:cxnLst/>
              <a:rect l="l" t="t" r="r" b="b"/>
              <a:pathLst>
                <a:path w="52055" h="25004" fill="none" extrusionOk="0">
                  <a:moveTo>
                    <a:pt x="0" y="1"/>
                  </a:moveTo>
                  <a:lnTo>
                    <a:pt x="25003" y="25004"/>
                  </a:lnTo>
                  <a:lnTo>
                    <a:pt x="52054" y="25004"/>
                  </a:lnTo>
                </a:path>
              </a:pathLst>
            </a:custGeom>
            <a:noFill/>
            <a:ln w="11025" cap="flat" cmpd="sng">
              <a:solidFill>
                <a:schemeClr val="accent5"/>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90" name="Google Shape;495;p10">
              <a:extLst>
                <a:ext uri="{FF2B5EF4-FFF2-40B4-BE49-F238E27FC236}">
                  <a16:creationId xmlns:a16="http://schemas.microsoft.com/office/drawing/2014/main" id="{1B8415C7-7CB2-9858-B001-78923A5C4FCF}"/>
                </a:ext>
              </a:extLst>
            </p:cNvPr>
            <p:cNvGrpSpPr/>
            <p:nvPr/>
          </p:nvGrpSpPr>
          <p:grpSpPr>
            <a:xfrm>
              <a:off x="6524669" y="2952300"/>
              <a:ext cx="2560139" cy="1268975"/>
              <a:chOff x="6524669" y="2952300"/>
              <a:chExt cx="2560139" cy="1268975"/>
            </a:xfrm>
          </p:grpSpPr>
          <p:sp>
            <p:nvSpPr>
              <p:cNvPr id="91" name="Google Shape;496;p10">
                <a:extLst>
                  <a:ext uri="{FF2B5EF4-FFF2-40B4-BE49-F238E27FC236}">
                    <a16:creationId xmlns:a16="http://schemas.microsoft.com/office/drawing/2014/main" id="{810E5D45-0A53-EBD0-877B-6B49829D114F}"/>
                  </a:ext>
                </a:extLst>
              </p:cNvPr>
              <p:cNvSpPr txBox="1"/>
              <p:nvPr/>
            </p:nvSpPr>
            <p:spPr>
              <a:xfrm>
                <a:off x="6524669" y="2952300"/>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a:solidFill>
                      <a:schemeClr val="accent5"/>
                    </a:solidFill>
                    <a:latin typeface="Fira Sans Extra Condensed Medium"/>
                    <a:ea typeface="Fira Sans Extra Condensed Medium"/>
                    <a:cs typeface="Fira Sans Extra Condensed Medium"/>
                    <a:sym typeface="Fira Sans Extra Condensed Medium"/>
                  </a:rPr>
                  <a:t>Threats</a:t>
                </a:r>
                <a:endParaRPr sz="2267" b="1">
                  <a:solidFill>
                    <a:schemeClr val="accent5"/>
                  </a:solidFill>
                  <a:latin typeface="Fira Sans Extra Condensed Medium"/>
                  <a:ea typeface="Fira Sans Extra Condensed Medium"/>
                  <a:cs typeface="Fira Sans Extra Condensed Medium"/>
                  <a:sym typeface="Fira Sans Extra Condensed Medium"/>
                </a:endParaRPr>
              </a:p>
            </p:txBody>
          </p:sp>
          <p:sp>
            <p:nvSpPr>
              <p:cNvPr id="92" name="Google Shape;497;p10">
                <a:extLst>
                  <a:ext uri="{FF2B5EF4-FFF2-40B4-BE49-F238E27FC236}">
                    <a16:creationId xmlns:a16="http://schemas.microsoft.com/office/drawing/2014/main" id="{5F19AAFD-3D94-B1AC-2038-E19B8E52F065}"/>
                  </a:ext>
                </a:extLst>
              </p:cNvPr>
              <p:cNvSpPr txBox="1"/>
              <p:nvPr/>
            </p:nvSpPr>
            <p:spPr>
              <a:xfrm>
                <a:off x="6566308" y="3195575"/>
                <a:ext cx="2518500" cy="1025700"/>
              </a:xfrm>
              <a:prstGeom prst="rect">
                <a:avLst/>
              </a:prstGeom>
              <a:no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T1. Dealing electricity</a:t>
                </a:r>
                <a:endParaRPr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l"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T2. </a:t>
                </a:r>
                <a:r>
                  <a:rPr lang="en-IN" sz="1600" dirty="0">
                    <a:latin typeface="Verdana" panose="020B0604030504040204" pitchFamily="34" charset="0"/>
                    <a:ea typeface="Verdana" panose="020B0604030504040204" pitchFamily="34" charset="0"/>
                  </a:rPr>
                  <a:t>Competition</a:t>
                </a:r>
                <a:endParaRPr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l" rtl="0">
                  <a:spcBef>
                    <a:spcPts val="0"/>
                  </a:spcBef>
                  <a:spcAft>
                    <a:spcPts val="0"/>
                  </a:spcAft>
                  <a:buNone/>
                </a:pPr>
                <a:r>
                  <a:rPr lang="en-IN" sz="1600" dirty="0">
                    <a:solidFill>
                      <a:srgbClr val="434343"/>
                    </a:solidFill>
                    <a:latin typeface="Verdana" panose="020B0604030504040204" pitchFamily="34" charset="0"/>
                    <a:ea typeface="Verdana" panose="020B0604030504040204" pitchFamily="34" charset="0"/>
                    <a:cs typeface="Roboto"/>
                    <a:sym typeface="Roboto"/>
                  </a:rPr>
                  <a:t>T3. </a:t>
                </a:r>
                <a:r>
                  <a:rPr lang="en-IN" sz="1600" dirty="0">
                    <a:latin typeface="Verdana" panose="020B0604030504040204" pitchFamily="34" charset="0"/>
                    <a:ea typeface="Verdana" panose="020B0604030504040204" pitchFamily="34" charset="0"/>
                  </a:rPr>
                  <a:t>Regulatory Hurdles</a:t>
                </a:r>
                <a:endParaRPr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l" rtl="0">
                  <a:spcBef>
                    <a:spcPts val="0"/>
                  </a:spcBef>
                  <a:spcAft>
                    <a:spcPts val="0"/>
                  </a:spcAft>
                  <a:buNone/>
                </a:pPr>
                <a:endParaRPr sz="1600" dirty="0">
                  <a:solidFill>
                    <a:srgbClr val="434343"/>
                  </a:solidFill>
                  <a:latin typeface="Roboto"/>
                  <a:ea typeface="Roboto"/>
                  <a:cs typeface="Roboto"/>
                  <a:sym typeface="Roboto"/>
                </a:endParaRPr>
              </a:p>
            </p:txBody>
          </p:sp>
        </p:grpSp>
      </p:grpSp>
      <p:grpSp>
        <p:nvGrpSpPr>
          <p:cNvPr id="93" name="Google Shape;498;p10">
            <a:extLst>
              <a:ext uri="{FF2B5EF4-FFF2-40B4-BE49-F238E27FC236}">
                <a16:creationId xmlns:a16="http://schemas.microsoft.com/office/drawing/2014/main" id="{9EC1F259-B392-A86E-7760-FD589C2DD3FC}"/>
              </a:ext>
            </a:extLst>
          </p:cNvPr>
          <p:cNvGrpSpPr/>
          <p:nvPr/>
        </p:nvGrpSpPr>
        <p:grpSpPr>
          <a:xfrm>
            <a:off x="1120524" y="4498048"/>
            <a:ext cx="5224691" cy="1870170"/>
            <a:chOff x="1573341" y="3168878"/>
            <a:chExt cx="3918616" cy="1402663"/>
          </a:xfrm>
        </p:grpSpPr>
        <p:sp>
          <p:nvSpPr>
            <p:cNvPr id="94" name="Google Shape;499;p10">
              <a:extLst>
                <a:ext uri="{FF2B5EF4-FFF2-40B4-BE49-F238E27FC236}">
                  <a16:creationId xmlns:a16="http://schemas.microsoft.com/office/drawing/2014/main" id="{DC39BF79-E096-B82A-2230-5628B1877D70}"/>
                </a:ext>
              </a:extLst>
            </p:cNvPr>
            <p:cNvSpPr/>
            <p:nvPr/>
          </p:nvSpPr>
          <p:spPr>
            <a:xfrm>
              <a:off x="4593358" y="3752480"/>
              <a:ext cx="898599" cy="431632"/>
            </a:xfrm>
            <a:custGeom>
              <a:avLst/>
              <a:gdLst/>
              <a:ahLst/>
              <a:cxnLst/>
              <a:rect l="l" t="t" r="r" b="b"/>
              <a:pathLst>
                <a:path w="52055" h="25004" fill="none" extrusionOk="0">
                  <a:moveTo>
                    <a:pt x="52055" y="1"/>
                  </a:moveTo>
                  <a:lnTo>
                    <a:pt x="27052" y="25004"/>
                  </a:lnTo>
                  <a:lnTo>
                    <a:pt x="1" y="25004"/>
                  </a:lnTo>
                </a:path>
              </a:pathLst>
            </a:custGeom>
            <a:noFill/>
            <a:ln w="11025" cap="flat" cmpd="sng">
              <a:solidFill>
                <a:srgbClr val="4949E7"/>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95" name="Google Shape;500;p10">
              <a:extLst>
                <a:ext uri="{FF2B5EF4-FFF2-40B4-BE49-F238E27FC236}">
                  <a16:creationId xmlns:a16="http://schemas.microsoft.com/office/drawing/2014/main" id="{9F756E66-D519-625A-576C-048C27DC7E28}"/>
                </a:ext>
              </a:extLst>
            </p:cNvPr>
            <p:cNvGrpSpPr/>
            <p:nvPr/>
          </p:nvGrpSpPr>
          <p:grpSpPr>
            <a:xfrm>
              <a:off x="1573341" y="3168878"/>
              <a:ext cx="3731700" cy="1402663"/>
              <a:chOff x="1573341" y="3168878"/>
              <a:chExt cx="3731700" cy="1402663"/>
            </a:xfrm>
          </p:grpSpPr>
          <p:sp>
            <p:nvSpPr>
              <p:cNvPr id="96" name="Google Shape;501;p10">
                <a:extLst>
                  <a:ext uri="{FF2B5EF4-FFF2-40B4-BE49-F238E27FC236}">
                    <a16:creationId xmlns:a16="http://schemas.microsoft.com/office/drawing/2014/main" id="{50CC12F1-9C3F-2737-86D5-352727BA6BA0}"/>
                  </a:ext>
                </a:extLst>
              </p:cNvPr>
              <p:cNvSpPr txBox="1"/>
              <p:nvPr/>
            </p:nvSpPr>
            <p:spPr>
              <a:xfrm>
                <a:off x="1648349" y="3168878"/>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dirty="0">
                    <a:solidFill>
                      <a:schemeClr val="accent4"/>
                    </a:solidFill>
                    <a:latin typeface="Fira Sans Extra Condensed Medium"/>
                    <a:ea typeface="Fira Sans Extra Condensed Medium"/>
                    <a:cs typeface="Fira Sans Extra Condensed Medium"/>
                    <a:sym typeface="Fira Sans Extra Condensed Medium"/>
                  </a:rPr>
                  <a:t>Opportunities</a:t>
                </a:r>
                <a:endParaRPr sz="2267" b="1" dirty="0">
                  <a:solidFill>
                    <a:schemeClr val="accent4"/>
                  </a:solidFill>
                  <a:latin typeface="Fira Sans Extra Condensed Medium"/>
                  <a:ea typeface="Fira Sans Extra Condensed Medium"/>
                  <a:cs typeface="Fira Sans Extra Condensed Medium"/>
                  <a:sym typeface="Fira Sans Extra Condensed Medium"/>
                </a:endParaRPr>
              </a:p>
            </p:txBody>
          </p:sp>
          <p:sp>
            <p:nvSpPr>
              <p:cNvPr id="97" name="Google Shape;502;p10">
                <a:extLst>
                  <a:ext uri="{FF2B5EF4-FFF2-40B4-BE49-F238E27FC236}">
                    <a16:creationId xmlns:a16="http://schemas.microsoft.com/office/drawing/2014/main" id="{B5F988EC-B4D2-063B-BCC4-0542A1FF055B}"/>
                  </a:ext>
                </a:extLst>
              </p:cNvPr>
              <p:cNvSpPr txBox="1"/>
              <p:nvPr/>
            </p:nvSpPr>
            <p:spPr>
              <a:xfrm>
                <a:off x="1573341" y="3545841"/>
                <a:ext cx="3731700" cy="1025700"/>
              </a:xfrm>
              <a:prstGeom prst="rect">
                <a:avLst/>
              </a:prstGeom>
              <a:noFill/>
              <a:ln>
                <a:noFill/>
              </a:ln>
            </p:spPr>
            <p:txBody>
              <a:bodyPr spcFirstLastPara="1" wrap="square" lIns="121900" tIns="121900" rIns="121900" bIns="121900" anchor="ctr" anchorCtr="0">
                <a:noAutofit/>
              </a:bodyPr>
              <a:lstStyle/>
              <a:p>
                <a:pPr marL="0" marR="0" lvl="0" indent="0" algn="just"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O1. </a:t>
                </a:r>
                <a:r>
                  <a:rPr lang="en-IN" sz="1600" dirty="0">
                    <a:latin typeface="Verdana" panose="020B0604030504040204" pitchFamily="34" charset="0"/>
                    <a:ea typeface="Verdana" panose="020B0604030504040204" pitchFamily="34" charset="0"/>
                  </a:rPr>
                  <a:t>Growing Demand</a:t>
                </a:r>
                <a:endParaRPr lang="en-US"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just"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O2. </a:t>
                </a:r>
                <a:r>
                  <a:rPr lang="en-IN" sz="1600" dirty="0">
                    <a:latin typeface="Verdana" panose="020B0604030504040204" pitchFamily="34" charset="0"/>
                    <a:ea typeface="Verdana" panose="020B0604030504040204" pitchFamily="34" charset="0"/>
                  </a:rPr>
                  <a:t>Technological Advancements</a:t>
                </a:r>
                <a:endParaRPr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just"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O3. </a:t>
                </a:r>
                <a:r>
                  <a:rPr lang="en-IN" sz="1600" dirty="0">
                    <a:latin typeface="Verdana" panose="020B0604030504040204" pitchFamily="34" charset="0"/>
                    <a:ea typeface="Verdana" panose="020B0604030504040204" pitchFamily="34" charset="0"/>
                  </a:rPr>
                  <a:t>Government Initiatives</a:t>
                </a:r>
                <a:endParaRPr lang="en-US" sz="1600" dirty="0">
                  <a:solidFill>
                    <a:srgbClr val="434343"/>
                  </a:solidFill>
                  <a:latin typeface="Verdana" panose="020B0604030504040204" pitchFamily="34" charset="0"/>
                  <a:ea typeface="Verdana" panose="020B0604030504040204" pitchFamily="34" charset="0"/>
                  <a:cs typeface="Roboto"/>
                  <a:sym typeface="Roboto"/>
                </a:endParaRPr>
              </a:p>
              <a:p>
                <a:pPr marL="0" marR="0" lvl="0" indent="0" algn="just" rtl="0">
                  <a:spcBef>
                    <a:spcPts val="0"/>
                  </a:spcBef>
                  <a:spcAft>
                    <a:spcPts val="0"/>
                  </a:spcAft>
                  <a:buNone/>
                </a:pPr>
                <a:r>
                  <a:rPr lang="en-US" sz="1600" dirty="0">
                    <a:solidFill>
                      <a:srgbClr val="434343"/>
                    </a:solidFill>
                    <a:latin typeface="Verdana" panose="020B0604030504040204" pitchFamily="34" charset="0"/>
                    <a:ea typeface="Verdana" panose="020B0604030504040204" pitchFamily="34" charset="0"/>
                    <a:cs typeface="Roboto"/>
                    <a:sym typeface="Roboto"/>
                  </a:rPr>
                  <a:t>O4. </a:t>
                </a:r>
                <a:r>
                  <a:rPr lang="en-IN" sz="1600" dirty="0">
                    <a:latin typeface="Verdana" panose="020B0604030504040204" pitchFamily="34" charset="0"/>
                    <a:ea typeface="Verdana" panose="020B0604030504040204" pitchFamily="34" charset="0"/>
                  </a:rPr>
                  <a:t>Global Market Expansion</a:t>
                </a:r>
                <a:endParaRPr sz="1600" dirty="0">
                  <a:latin typeface="Verdana" panose="020B0604030504040204" pitchFamily="34" charset="0"/>
                  <a:ea typeface="Verdana" panose="020B0604030504040204" pitchFamily="34" charset="0"/>
                </a:endParaRPr>
              </a:p>
              <a:p>
                <a:pPr marL="0" marR="0" lvl="0" indent="0" algn="just" rtl="0">
                  <a:spcBef>
                    <a:spcPts val="0"/>
                  </a:spcBef>
                  <a:spcAft>
                    <a:spcPts val="0"/>
                  </a:spcAft>
                  <a:buNone/>
                </a:pPr>
                <a:endParaRPr sz="1600" dirty="0">
                  <a:solidFill>
                    <a:srgbClr val="434343"/>
                  </a:solidFill>
                  <a:latin typeface="Roboto"/>
                  <a:ea typeface="Roboto"/>
                  <a:cs typeface="Roboto"/>
                  <a:sym typeface="Roboto"/>
                </a:endParaRPr>
              </a:p>
            </p:txBody>
          </p:sp>
        </p:grpSp>
      </p:grpSp>
      <p:grpSp>
        <p:nvGrpSpPr>
          <p:cNvPr id="98" name="Google Shape;503;p10">
            <a:extLst>
              <a:ext uri="{FF2B5EF4-FFF2-40B4-BE49-F238E27FC236}">
                <a16:creationId xmlns:a16="http://schemas.microsoft.com/office/drawing/2014/main" id="{FD61F001-61AC-5D9C-3299-3DAE75197EEA}"/>
              </a:ext>
            </a:extLst>
          </p:cNvPr>
          <p:cNvGrpSpPr/>
          <p:nvPr/>
        </p:nvGrpSpPr>
        <p:grpSpPr>
          <a:xfrm>
            <a:off x="4564098" y="1912734"/>
            <a:ext cx="3978569" cy="3824127"/>
            <a:chOff x="4685401" y="2674734"/>
            <a:chExt cx="3978569" cy="3824127"/>
          </a:xfrm>
        </p:grpSpPr>
        <p:grpSp>
          <p:nvGrpSpPr>
            <p:cNvPr id="99" name="Google Shape;504;p10">
              <a:extLst>
                <a:ext uri="{FF2B5EF4-FFF2-40B4-BE49-F238E27FC236}">
                  <a16:creationId xmlns:a16="http://schemas.microsoft.com/office/drawing/2014/main" id="{750DAB6A-A890-0D2B-CC27-985C2D227034}"/>
                </a:ext>
              </a:extLst>
            </p:cNvPr>
            <p:cNvGrpSpPr/>
            <p:nvPr/>
          </p:nvGrpSpPr>
          <p:grpSpPr>
            <a:xfrm>
              <a:off x="4685401" y="2674734"/>
              <a:ext cx="3978569" cy="3824127"/>
              <a:chOff x="4075801" y="1760334"/>
              <a:chExt cx="3978569" cy="3824127"/>
            </a:xfrm>
          </p:grpSpPr>
          <p:sp>
            <p:nvSpPr>
              <p:cNvPr id="104" name="Google Shape;505;p10">
                <a:extLst>
                  <a:ext uri="{FF2B5EF4-FFF2-40B4-BE49-F238E27FC236}">
                    <a16:creationId xmlns:a16="http://schemas.microsoft.com/office/drawing/2014/main" id="{41FDC438-0AA4-6759-B979-69811D982F5D}"/>
                  </a:ext>
                </a:extLst>
              </p:cNvPr>
              <p:cNvSpPr/>
              <p:nvPr/>
            </p:nvSpPr>
            <p:spPr>
              <a:xfrm>
                <a:off x="4075801" y="1760334"/>
                <a:ext cx="3978569" cy="3824127"/>
              </a:xfrm>
              <a:custGeom>
                <a:avLst/>
                <a:gdLst/>
                <a:ahLst/>
                <a:cxnLst/>
                <a:rect l="l" t="t" r="r" b="b"/>
                <a:pathLst>
                  <a:path w="172856" h="166146" extrusionOk="0">
                    <a:moveTo>
                      <a:pt x="86429" y="0"/>
                    </a:moveTo>
                    <a:cubicBezTo>
                      <a:pt x="77617" y="0"/>
                      <a:pt x="68807" y="3355"/>
                      <a:pt x="62104" y="10064"/>
                    </a:cubicBezTo>
                    <a:cubicBezTo>
                      <a:pt x="48673" y="23494"/>
                      <a:pt x="26837" y="45318"/>
                      <a:pt x="13419" y="58749"/>
                    </a:cubicBezTo>
                    <a:cubicBezTo>
                      <a:pt x="1" y="72167"/>
                      <a:pt x="1" y="93991"/>
                      <a:pt x="13419" y="107409"/>
                    </a:cubicBezTo>
                    <a:cubicBezTo>
                      <a:pt x="26837" y="120828"/>
                      <a:pt x="48673" y="142664"/>
                      <a:pt x="62092" y="156082"/>
                    </a:cubicBezTo>
                    <a:cubicBezTo>
                      <a:pt x="68801" y="162791"/>
                      <a:pt x="77614" y="166146"/>
                      <a:pt x="86428" y="166146"/>
                    </a:cubicBezTo>
                    <a:cubicBezTo>
                      <a:pt x="95242" y="166146"/>
                      <a:pt x="104055" y="162791"/>
                      <a:pt x="110764" y="156082"/>
                    </a:cubicBezTo>
                    <a:cubicBezTo>
                      <a:pt x="124183" y="142664"/>
                      <a:pt x="146019" y="120828"/>
                      <a:pt x="159437" y="107409"/>
                    </a:cubicBezTo>
                    <a:cubicBezTo>
                      <a:pt x="172855" y="93991"/>
                      <a:pt x="172855" y="72155"/>
                      <a:pt x="159437" y="58737"/>
                    </a:cubicBezTo>
                    <a:cubicBezTo>
                      <a:pt x="146019" y="45318"/>
                      <a:pt x="124183" y="23482"/>
                      <a:pt x="110764" y="10064"/>
                    </a:cubicBezTo>
                    <a:cubicBezTo>
                      <a:pt x="104055" y="3355"/>
                      <a:pt x="95242" y="0"/>
                      <a:pt x="86429"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05" name="Google Shape;506;p10">
                <a:extLst>
                  <a:ext uri="{FF2B5EF4-FFF2-40B4-BE49-F238E27FC236}">
                    <a16:creationId xmlns:a16="http://schemas.microsoft.com/office/drawing/2014/main" id="{FFD720FB-842F-8A5E-DB81-58DDB572A757}"/>
                  </a:ext>
                </a:extLst>
              </p:cNvPr>
              <p:cNvGrpSpPr/>
              <p:nvPr/>
            </p:nvGrpSpPr>
            <p:grpSpPr>
              <a:xfrm>
                <a:off x="4273832" y="1959046"/>
                <a:ext cx="3582661" cy="3426984"/>
                <a:chOff x="3205454" y="1469321"/>
                <a:chExt cx="2687063" cy="2570302"/>
              </a:xfrm>
            </p:grpSpPr>
            <p:sp>
              <p:nvSpPr>
                <p:cNvPr id="155" name="Google Shape;507;p10">
                  <a:extLst>
                    <a:ext uri="{FF2B5EF4-FFF2-40B4-BE49-F238E27FC236}">
                      <a16:creationId xmlns:a16="http://schemas.microsoft.com/office/drawing/2014/main" id="{9BF2F61A-CA64-8F18-9402-1239BB4F21DF}"/>
                    </a:ext>
                  </a:extLst>
                </p:cNvPr>
                <p:cNvSpPr/>
                <p:nvPr/>
              </p:nvSpPr>
              <p:spPr>
                <a:xfrm>
                  <a:off x="3205454" y="1964889"/>
                  <a:ext cx="683612" cy="1582609"/>
                </a:xfrm>
                <a:custGeom>
                  <a:avLst/>
                  <a:gdLst/>
                  <a:ahLst/>
                  <a:cxnLst/>
                  <a:rect l="l" t="t" r="r" b="b"/>
                  <a:pathLst>
                    <a:path w="39601" h="91679" extrusionOk="0">
                      <a:moveTo>
                        <a:pt x="34719" y="0"/>
                      </a:moveTo>
                      <a:lnTo>
                        <a:pt x="13538" y="21193"/>
                      </a:lnTo>
                      <a:cubicBezTo>
                        <a:pt x="1" y="34731"/>
                        <a:pt x="1" y="56745"/>
                        <a:pt x="13538" y="70283"/>
                      </a:cubicBezTo>
                      <a:lnTo>
                        <a:pt x="34922" y="91678"/>
                      </a:lnTo>
                      <a:lnTo>
                        <a:pt x="39601" y="86999"/>
                      </a:lnTo>
                      <a:cubicBezTo>
                        <a:pt x="31909" y="79307"/>
                        <a:pt x="24075" y="71473"/>
                        <a:pt x="18205" y="65603"/>
                      </a:cubicBezTo>
                      <a:cubicBezTo>
                        <a:pt x="7252" y="54650"/>
                        <a:pt x="7252" y="36826"/>
                        <a:pt x="18205" y="25872"/>
                      </a:cubicBezTo>
                      <a:lnTo>
                        <a:pt x="39399" y="4679"/>
                      </a:lnTo>
                      <a:lnTo>
                        <a:pt x="34719" y="0"/>
                      </a:lnTo>
                      <a:close/>
                    </a:path>
                  </a:pathLst>
                </a:custGeom>
                <a:solidFill>
                  <a:srgbClr val="2020BA"/>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6" name="Google Shape;508;p10">
                  <a:extLst>
                    <a:ext uri="{FF2B5EF4-FFF2-40B4-BE49-F238E27FC236}">
                      <a16:creationId xmlns:a16="http://schemas.microsoft.com/office/drawing/2014/main" id="{FC7FB7B1-FEFA-590B-BBEE-17F989CEC3C7}"/>
                    </a:ext>
                  </a:extLst>
                </p:cNvPr>
                <p:cNvSpPr/>
                <p:nvPr/>
              </p:nvSpPr>
              <p:spPr>
                <a:xfrm>
                  <a:off x="3804826" y="1469321"/>
                  <a:ext cx="1537191" cy="625230"/>
                </a:xfrm>
                <a:custGeom>
                  <a:avLst/>
                  <a:gdLst/>
                  <a:ahLst/>
                  <a:cxnLst/>
                  <a:rect l="l" t="t" r="r" b="b"/>
                  <a:pathLst>
                    <a:path w="89048" h="36219" extrusionOk="0">
                      <a:moveTo>
                        <a:pt x="43101" y="0"/>
                      </a:moveTo>
                      <a:cubicBezTo>
                        <a:pt x="33826" y="0"/>
                        <a:pt x="25111" y="3608"/>
                        <a:pt x="18562" y="10156"/>
                      </a:cubicBezTo>
                      <a:lnTo>
                        <a:pt x="0" y="28706"/>
                      </a:lnTo>
                      <a:lnTo>
                        <a:pt x="4680" y="33385"/>
                      </a:lnTo>
                      <a:cubicBezTo>
                        <a:pt x="11430" y="26634"/>
                        <a:pt x="18086" y="19979"/>
                        <a:pt x="23229" y="14823"/>
                      </a:cubicBezTo>
                      <a:cubicBezTo>
                        <a:pt x="28712" y="9347"/>
                        <a:pt x="35910" y="6608"/>
                        <a:pt x="43105" y="6608"/>
                      </a:cubicBezTo>
                      <a:cubicBezTo>
                        <a:pt x="50301" y="6608"/>
                        <a:pt x="57496" y="9347"/>
                        <a:pt x="62973" y="14823"/>
                      </a:cubicBezTo>
                      <a:lnTo>
                        <a:pt x="84368" y="36219"/>
                      </a:lnTo>
                      <a:lnTo>
                        <a:pt x="89047" y="31540"/>
                      </a:lnTo>
                      <a:lnTo>
                        <a:pt x="67652" y="10156"/>
                      </a:lnTo>
                      <a:cubicBezTo>
                        <a:pt x="61103" y="3608"/>
                        <a:pt x="52388" y="0"/>
                        <a:pt x="43101" y="0"/>
                      </a:cubicBezTo>
                      <a:close/>
                    </a:path>
                  </a:pathLst>
                </a:custGeom>
                <a:solidFill>
                  <a:srgbClr val="C6282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7" name="Google Shape;509;p10">
                  <a:extLst>
                    <a:ext uri="{FF2B5EF4-FFF2-40B4-BE49-F238E27FC236}">
                      <a16:creationId xmlns:a16="http://schemas.microsoft.com/office/drawing/2014/main" id="{2761C947-A1F4-71C3-9E39-1333197DEFA7}"/>
                    </a:ext>
                  </a:extLst>
                </p:cNvPr>
                <p:cNvSpPr/>
                <p:nvPr/>
              </p:nvSpPr>
              <p:spPr>
                <a:xfrm>
                  <a:off x="5257602" y="2013797"/>
                  <a:ext cx="634915" cy="1484575"/>
                </a:xfrm>
                <a:custGeom>
                  <a:avLst/>
                  <a:gdLst/>
                  <a:ahLst/>
                  <a:cxnLst/>
                  <a:rect l="l" t="t" r="r" b="b"/>
                  <a:pathLst>
                    <a:path w="36780" h="86000" extrusionOk="0">
                      <a:moveTo>
                        <a:pt x="4894" y="1"/>
                      </a:moveTo>
                      <a:lnTo>
                        <a:pt x="215" y="4680"/>
                      </a:lnTo>
                      <a:lnTo>
                        <a:pt x="18563" y="23027"/>
                      </a:lnTo>
                      <a:cubicBezTo>
                        <a:pt x="29516" y="33981"/>
                        <a:pt x="29516" y="51817"/>
                        <a:pt x="18563" y="62770"/>
                      </a:cubicBezTo>
                      <a:cubicBezTo>
                        <a:pt x="13419" y="67914"/>
                        <a:pt x="6752" y="74569"/>
                        <a:pt x="1" y="81320"/>
                      </a:cubicBezTo>
                      <a:lnTo>
                        <a:pt x="4680" y="85999"/>
                      </a:lnTo>
                      <a:lnTo>
                        <a:pt x="23242" y="67450"/>
                      </a:lnTo>
                      <a:cubicBezTo>
                        <a:pt x="36779" y="53912"/>
                        <a:pt x="36779" y="31886"/>
                        <a:pt x="23242" y="18348"/>
                      </a:cubicBezTo>
                      <a:lnTo>
                        <a:pt x="4894" y="1"/>
                      </a:lnTo>
                      <a:close/>
                    </a:path>
                  </a:pathLst>
                </a:custGeom>
                <a:solidFill>
                  <a:srgbClr val="4685B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8" name="Google Shape;510;p10">
                  <a:extLst>
                    <a:ext uri="{FF2B5EF4-FFF2-40B4-BE49-F238E27FC236}">
                      <a16:creationId xmlns:a16="http://schemas.microsoft.com/office/drawing/2014/main" id="{21F860F3-8F87-1ACF-61B0-EEBB3C61A389}"/>
                    </a:ext>
                  </a:extLst>
                </p:cNvPr>
                <p:cNvSpPr/>
                <p:nvPr/>
              </p:nvSpPr>
              <p:spPr>
                <a:xfrm>
                  <a:off x="3808313" y="3417672"/>
                  <a:ext cx="1529993" cy="621951"/>
                </a:xfrm>
                <a:custGeom>
                  <a:avLst/>
                  <a:gdLst/>
                  <a:ahLst/>
                  <a:cxnLst/>
                  <a:rect l="l" t="t" r="r" b="b"/>
                  <a:pathLst>
                    <a:path w="88631" h="36029" extrusionOk="0">
                      <a:moveTo>
                        <a:pt x="83952" y="0"/>
                      </a:moveTo>
                      <a:cubicBezTo>
                        <a:pt x="76332" y="7632"/>
                        <a:pt x="68581" y="15383"/>
                        <a:pt x="62771" y="21193"/>
                      </a:cubicBezTo>
                      <a:cubicBezTo>
                        <a:pt x="57294" y="26670"/>
                        <a:pt x="50096" y="29409"/>
                        <a:pt x="42899" y="29409"/>
                      </a:cubicBezTo>
                      <a:cubicBezTo>
                        <a:pt x="35702" y="29409"/>
                        <a:pt x="28504" y="26670"/>
                        <a:pt x="23027" y="21193"/>
                      </a:cubicBezTo>
                      <a:cubicBezTo>
                        <a:pt x="17943" y="16098"/>
                        <a:pt x="11359" y="9525"/>
                        <a:pt x="4680" y="2846"/>
                      </a:cubicBezTo>
                      <a:lnTo>
                        <a:pt x="1" y="7525"/>
                      </a:lnTo>
                      <a:lnTo>
                        <a:pt x="18348" y="25873"/>
                      </a:lnTo>
                      <a:cubicBezTo>
                        <a:pt x="24897" y="32421"/>
                        <a:pt x="33612" y="36029"/>
                        <a:pt x="42899" y="36029"/>
                      </a:cubicBezTo>
                      <a:cubicBezTo>
                        <a:pt x="52186" y="36029"/>
                        <a:pt x="60901" y="32421"/>
                        <a:pt x="67450" y="25873"/>
                      </a:cubicBezTo>
                      <a:lnTo>
                        <a:pt x="88631" y="4679"/>
                      </a:lnTo>
                      <a:lnTo>
                        <a:pt x="83952" y="0"/>
                      </a:lnTo>
                      <a:close/>
                    </a:path>
                  </a:pathLst>
                </a:custGeom>
                <a:solidFill>
                  <a:srgbClr val="E0921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06" name="Google Shape;511;p10">
                <a:extLst>
                  <a:ext uri="{FF2B5EF4-FFF2-40B4-BE49-F238E27FC236}">
                    <a16:creationId xmlns:a16="http://schemas.microsoft.com/office/drawing/2014/main" id="{2B707366-0341-EE64-1EA9-C7D4822C5A00}"/>
                  </a:ext>
                </a:extLst>
              </p:cNvPr>
              <p:cNvGrpSpPr/>
              <p:nvPr/>
            </p:nvGrpSpPr>
            <p:grpSpPr>
              <a:xfrm>
                <a:off x="4810835" y="3672494"/>
                <a:ext cx="1254293" cy="1254316"/>
                <a:chOff x="3608126" y="2754370"/>
                <a:chExt cx="940720" cy="940737"/>
              </a:xfrm>
            </p:grpSpPr>
            <p:sp>
              <p:nvSpPr>
                <p:cNvPr id="153" name="Google Shape;512;p10">
                  <a:extLst>
                    <a:ext uri="{FF2B5EF4-FFF2-40B4-BE49-F238E27FC236}">
                      <a16:creationId xmlns:a16="http://schemas.microsoft.com/office/drawing/2014/main" id="{D863340A-378E-1331-FF92-979A23042B7F}"/>
                    </a:ext>
                  </a:extLst>
                </p:cNvPr>
                <p:cNvSpPr/>
                <p:nvPr/>
              </p:nvSpPr>
              <p:spPr>
                <a:xfrm>
                  <a:off x="3608126" y="2754370"/>
                  <a:ext cx="940720" cy="940737"/>
                </a:xfrm>
                <a:custGeom>
                  <a:avLst/>
                  <a:gdLst/>
                  <a:ahLst/>
                  <a:cxnLst/>
                  <a:rect l="l" t="t" r="r" b="b"/>
                  <a:pathLst>
                    <a:path w="54495" h="54496" extrusionOk="0">
                      <a:moveTo>
                        <a:pt x="27242" y="1"/>
                      </a:moveTo>
                      <a:cubicBezTo>
                        <a:pt x="12216" y="1"/>
                        <a:pt x="0" y="12229"/>
                        <a:pt x="0" y="27254"/>
                      </a:cubicBezTo>
                      <a:cubicBezTo>
                        <a:pt x="0" y="42280"/>
                        <a:pt x="12216" y="54496"/>
                        <a:pt x="27242" y="54496"/>
                      </a:cubicBezTo>
                      <a:cubicBezTo>
                        <a:pt x="42267" y="54496"/>
                        <a:pt x="54495" y="42280"/>
                        <a:pt x="54495" y="27254"/>
                      </a:cubicBezTo>
                      <a:lnTo>
                        <a:pt x="54495"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4" name="Google Shape;513;p10">
                  <a:extLst>
                    <a:ext uri="{FF2B5EF4-FFF2-40B4-BE49-F238E27FC236}">
                      <a16:creationId xmlns:a16="http://schemas.microsoft.com/office/drawing/2014/main" id="{CC96882D-9810-8284-5BBC-E264F839DC51}"/>
                    </a:ext>
                  </a:extLst>
                </p:cNvPr>
                <p:cNvSpPr/>
                <p:nvPr/>
              </p:nvSpPr>
              <p:spPr>
                <a:xfrm>
                  <a:off x="3775219" y="2921482"/>
                  <a:ext cx="606552" cy="606535"/>
                </a:xfrm>
                <a:custGeom>
                  <a:avLst/>
                  <a:gdLst/>
                  <a:ahLst/>
                  <a:cxnLst/>
                  <a:rect l="l" t="t" r="r" b="b"/>
                  <a:pathLst>
                    <a:path w="35137" h="35136" extrusionOk="0">
                      <a:moveTo>
                        <a:pt x="17563" y="1"/>
                      </a:moveTo>
                      <a:cubicBezTo>
                        <a:pt x="7883" y="1"/>
                        <a:pt x="1" y="7883"/>
                        <a:pt x="1" y="17574"/>
                      </a:cubicBezTo>
                      <a:cubicBezTo>
                        <a:pt x="1" y="27254"/>
                        <a:pt x="7883" y="35136"/>
                        <a:pt x="17563" y="35136"/>
                      </a:cubicBezTo>
                      <a:cubicBezTo>
                        <a:pt x="27254" y="35136"/>
                        <a:pt x="35136" y="27254"/>
                        <a:pt x="35136" y="17574"/>
                      </a:cubicBezTo>
                      <a:lnTo>
                        <a:pt x="35136"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sp>
            <p:nvSpPr>
              <p:cNvPr id="107" name="Google Shape;514;p10">
                <a:extLst>
                  <a:ext uri="{FF2B5EF4-FFF2-40B4-BE49-F238E27FC236}">
                    <a16:creationId xmlns:a16="http://schemas.microsoft.com/office/drawing/2014/main" id="{F6B8A586-98A7-F46E-6EE5-751C7FD32053}"/>
                  </a:ext>
                </a:extLst>
              </p:cNvPr>
              <p:cNvSpPr/>
              <p:nvPr/>
            </p:nvSpPr>
            <p:spPr>
              <a:xfrm>
                <a:off x="5174497" y="4091885"/>
                <a:ext cx="489196" cy="412113"/>
              </a:xfrm>
              <a:custGeom>
                <a:avLst/>
                <a:gdLst/>
                <a:ahLst/>
                <a:cxnLst/>
                <a:rect l="l" t="t" r="r" b="b"/>
                <a:pathLst>
                  <a:path w="21254" h="17905" extrusionOk="0">
                    <a:moveTo>
                      <a:pt x="12276" y="4022"/>
                    </a:moveTo>
                    <a:lnTo>
                      <a:pt x="11824" y="11761"/>
                    </a:lnTo>
                    <a:lnTo>
                      <a:pt x="9430" y="11761"/>
                    </a:lnTo>
                    <a:lnTo>
                      <a:pt x="8966" y="4022"/>
                    </a:lnTo>
                    <a:close/>
                    <a:moveTo>
                      <a:pt x="11824" y="13249"/>
                    </a:moveTo>
                    <a:lnTo>
                      <a:pt x="11824" y="15476"/>
                    </a:lnTo>
                    <a:lnTo>
                      <a:pt x="9430" y="15476"/>
                    </a:lnTo>
                    <a:lnTo>
                      <a:pt x="9430" y="13249"/>
                    </a:lnTo>
                    <a:close/>
                    <a:moveTo>
                      <a:pt x="10627" y="0"/>
                    </a:moveTo>
                    <a:cubicBezTo>
                      <a:pt x="9633" y="0"/>
                      <a:pt x="8639" y="492"/>
                      <a:pt x="8073" y="1474"/>
                    </a:cubicBezTo>
                    <a:lnTo>
                      <a:pt x="1144" y="13487"/>
                    </a:lnTo>
                    <a:cubicBezTo>
                      <a:pt x="1" y="15452"/>
                      <a:pt x="1418" y="17904"/>
                      <a:pt x="3692" y="17904"/>
                    </a:cubicBezTo>
                    <a:lnTo>
                      <a:pt x="17562" y="17904"/>
                    </a:lnTo>
                    <a:cubicBezTo>
                      <a:pt x="19836" y="17904"/>
                      <a:pt x="21253" y="15452"/>
                      <a:pt x="20110" y="13487"/>
                    </a:cubicBezTo>
                    <a:lnTo>
                      <a:pt x="17896" y="9630"/>
                    </a:lnTo>
                    <a:lnTo>
                      <a:pt x="13181" y="1474"/>
                    </a:lnTo>
                    <a:cubicBezTo>
                      <a:pt x="12615" y="492"/>
                      <a:pt x="11621" y="0"/>
                      <a:pt x="10627" y="0"/>
                    </a:cubicBez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08" name="Google Shape;515;p10">
                <a:extLst>
                  <a:ext uri="{FF2B5EF4-FFF2-40B4-BE49-F238E27FC236}">
                    <a16:creationId xmlns:a16="http://schemas.microsoft.com/office/drawing/2014/main" id="{74E5CF59-9BF5-BF6B-08B9-C8561869805B}"/>
                  </a:ext>
                </a:extLst>
              </p:cNvPr>
              <p:cNvGrpSpPr/>
              <p:nvPr/>
            </p:nvGrpSpPr>
            <p:grpSpPr>
              <a:xfrm>
                <a:off x="4810835" y="2418146"/>
                <a:ext cx="1254293" cy="1254293"/>
                <a:chOff x="3608126" y="1813609"/>
                <a:chExt cx="940720" cy="940720"/>
              </a:xfrm>
            </p:grpSpPr>
            <p:sp>
              <p:nvSpPr>
                <p:cNvPr id="151" name="Google Shape;516;p10">
                  <a:extLst>
                    <a:ext uri="{FF2B5EF4-FFF2-40B4-BE49-F238E27FC236}">
                      <a16:creationId xmlns:a16="http://schemas.microsoft.com/office/drawing/2014/main" id="{844278D4-D9F2-96E6-6101-5AD6C5782A88}"/>
                    </a:ext>
                  </a:extLst>
                </p:cNvPr>
                <p:cNvSpPr/>
                <p:nvPr/>
              </p:nvSpPr>
              <p:spPr>
                <a:xfrm>
                  <a:off x="3608126" y="1813609"/>
                  <a:ext cx="940720" cy="940720"/>
                </a:xfrm>
                <a:custGeom>
                  <a:avLst/>
                  <a:gdLst/>
                  <a:ahLst/>
                  <a:cxnLst/>
                  <a:rect l="l" t="t" r="r" b="b"/>
                  <a:pathLst>
                    <a:path w="54495" h="54495" extrusionOk="0">
                      <a:moveTo>
                        <a:pt x="27242" y="0"/>
                      </a:moveTo>
                      <a:cubicBezTo>
                        <a:pt x="12216" y="0"/>
                        <a:pt x="0" y="12228"/>
                        <a:pt x="0" y="27253"/>
                      </a:cubicBezTo>
                      <a:cubicBezTo>
                        <a:pt x="0" y="42279"/>
                        <a:pt x="12216" y="54495"/>
                        <a:pt x="27242" y="54495"/>
                      </a:cubicBezTo>
                      <a:lnTo>
                        <a:pt x="54495" y="54495"/>
                      </a:lnTo>
                      <a:lnTo>
                        <a:pt x="54495" y="27253"/>
                      </a:lnTo>
                      <a:cubicBezTo>
                        <a:pt x="54495" y="12228"/>
                        <a:pt x="42267" y="0"/>
                        <a:pt x="27242" y="0"/>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2" name="Google Shape;517;p10">
                  <a:extLst>
                    <a:ext uri="{FF2B5EF4-FFF2-40B4-BE49-F238E27FC236}">
                      <a16:creationId xmlns:a16="http://schemas.microsoft.com/office/drawing/2014/main" id="{42DD90E3-2B29-DB79-0A44-8D3811785F66}"/>
                    </a:ext>
                  </a:extLst>
                </p:cNvPr>
                <p:cNvSpPr/>
                <p:nvPr/>
              </p:nvSpPr>
              <p:spPr>
                <a:xfrm>
                  <a:off x="3775219" y="1980703"/>
                  <a:ext cx="606552" cy="606552"/>
                </a:xfrm>
                <a:custGeom>
                  <a:avLst/>
                  <a:gdLst/>
                  <a:ahLst/>
                  <a:cxnLst/>
                  <a:rect l="l" t="t" r="r" b="b"/>
                  <a:pathLst>
                    <a:path w="35137" h="35137" extrusionOk="0">
                      <a:moveTo>
                        <a:pt x="17563" y="1"/>
                      </a:moveTo>
                      <a:cubicBezTo>
                        <a:pt x="7883" y="1"/>
                        <a:pt x="1" y="7883"/>
                        <a:pt x="1" y="17574"/>
                      </a:cubicBezTo>
                      <a:cubicBezTo>
                        <a:pt x="1" y="27254"/>
                        <a:pt x="7883" y="35136"/>
                        <a:pt x="17563" y="35136"/>
                      </a:cubicBezTo>
                      <a:lnTo>
                        <a:pt x="35136" y="35136"/>
                      </a:lnTo>
                      <a:lnTo>
                        <a:pt x="35136" y="17574"/>
                      </a:lnTo>
                      <a:cubicBezTo>
                        <a:pt x="35136" y="7883"/>
                        <a:pt x="27254" y="1"/>
                        <a:pt x="1756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09" name="Google Shape;518;p10">
                <a:extLst>
                  <a:ext uri="{FF2B5EF4-FFF2-40B4-BE49-F238E27FC236}">
                    <a16:creationId xmlns:a16="http://schemas.microsoft.com/office/drawing/2014/main" id="{425433B2-2141-CD92-1BBC-649F175FD9DF}"/>
                  </a:ext>
                </a:extLst>
              </p:cNvPr>
              <p:cNvGrpSpPr/>
              <p:nvPr/>
            </p:nvGrpSpPr>
            <p:grpSpPr>
              <a:xfrm>
                <a:off x="6065178" y="2418146"/>
                <a:ext cx="1254316" cy="1254293"/>
                <a:chOff x="4548883" y="1813609"/>
                <a:chExt cx="940737" cy="940720"/>
              </a:xfrm>
            </p:grpSpPr>
            <p:sp>
              <p:nvSpPr>
                <p:cNvPr id="149" name="Google Shape;519;p10">
                  <a:extLst>
                    <a:ext uri="{FF2B5EF4-FFF2-40B4-BE49-F238E27FC236}">
                      <a16:creationId xmlns:a16="http://schemas.microsoft.com/office/drawing/2014/main" id="{C8F7EEF4-F29A-C128-9F4E-011EAF24780A}"/>
                    </a:ext>
                  </a:extLst>
                </p:cNvPr>
                <p:cNvSpPr/>
                <p:nvPr/>
              </p:nvSpPr>
              <p:spPr>
                <a:xfrm>
                  <a:off x="4548883" y="1813609"/>
                  <a:ext cx="940737" cy="940720"/>
                </a:xfrm>
                <a:custGeom>
                  <a:avLst/>
                  <a:gdLst/>
                  <a:ahLst/>
                  <a:cxnLst/>
                  <a:rect l="l" t="t" r="r" b="b"/>
                  <a:pathLst>
                    <a:path w="54496" h="54495" extrusionOk="0">
                      <a:moveTo>
                        <a:pt x="27254" y="0"/>
                      </a:moveTo>
                      <a:cubicBezTo>
                        <a:pt x="12229" y="0"/>
                        <a:pt x="1" y="12228"/>
                        <a:pt x="1" y="27253"/>
                      </a:cubicBezTo>
                      <a:lnTo>
                        <a:pt x="1" y="54495"/>
                      </a:lnTo>
                      <a:lnTo>
                        <a:pt x="27254" y="54495"/>
                      </a:lnTo>
                      <a:cubicBezTo>
                        <a:pt x="42280" y="54495"/>
                        <a:pt x="54496" y="42279"/>
                        <a:pt x="54496" y="27253"/>
                      </a:cubicBezTo>
                      <a:cubicBezTo>
                        <a:pt x="54496" y="12228"/>
                        <a:pt x="42280" y="0"/>
                        <a:pt x="27254" y="0"/>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0" name="Google Shape;520;p10">
                  <a:extLst>
                    <a:ext uri="{FF2B5EF4-FFF2-40B4-BE49-F238E27FC236}">
                      <a16:creationId xmlns:a16="http://schemas.microsoft.com/office/drawing/2014/main" id="{354DB6F5-A0DA-4024-74F5-4201485E5B3E}"/>
                    </a:ext>
                  </a:extLst>
                </p:cNvPr>
                <p:cNvSpPr/>
                <p:nvPr/>
              </p:nvSpPr>
              <p:spPr>
                <a:xfrm>
                  <a:off x="4715994" y="1980703"/>
                  <a:ext cx="606552" cy="606552"/>
                </a:xfrm>
                <a:custGeom>
                  <a:avLst/>
                  <a:gdLst/>
                  <a:ahLst/>
                  <a:cxnLst/>
                  <a:rect l="l" t="t" r="r" b="b"/>
                  <a:pathLst>
                    <a:path w="35137" h="35137" extrusionOk="0">
                      <a:moveTo>
                        <a:pt x="17574" y="1"/>
                      </a:moveTo>
                      <a:cubicBezTo>
                        <a:pt x="7883" y="1"/>
                        <a:pt x="1" y="7883"/>
                        <a:pt x="1" y="17574"/>
                      </a:cubicBezTo>
                      <a:lnTo>
                        <a:pt x="1" y="35136"/>
                      </a:lnTo>
                      <a:lnTo>
                        <a:pt x="17574" y="35136"/>
                      </a:ln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10" name="Google Shape;521;p10">
                <a:extLst>
                  <a:ext uri="{FF2B5EF4-FFF2-40B4-BE49-F238E27FC236}">
                    <a16:creationId xmlns:a16="http://schemas.microsoft.com/office/drawing/2014/main" id="{4299D9E9-EB61-264F-2B58-A075F951FF4D}"/>
                  </a:ext>
                </a:extLst>
              </p:cNvPr>
              <p:cNvGrpSpPr/>
              <p:nvPr/>
            </p:nvGrpSpPr>
            <p:grpSpPr>
              <a:xfrm>
                <a:off x="6514651" y="2887324"/>
                <a:ext cx="401739" cy="405369"/>
                <a:chOff x="4885988" y="2165492"/>
                <a:chExt cx="301304" cy="304027"/>
              </a:xfrm>
            </p:grpSpPr>
            <p:sp>
              <p:nvSpPr>
                <p:cNvPr id="147" name="Google Shape;522;p10">
                  <a:extLst>
                    <a:ext uri="{FF2B5EF4-FFF2-40B4-BE49-F238E27FC236}">
                      <a16:creationId xmlns:a16="http://schemas.microsoft.com/office/drawing/2014/main" id="{0566144B-B782-094C-325E-479EAF2A8E70}"/>
                    </a:ext>
                  </a:extLst>
                </p:cNvPr>
                <p:cNvSpPr/>
                <p:nvPr/>
              </p:nvSpPr>
              <p:spPr>
                <a:xfrm>
                  <a:off x="4962655" y="2165492"/>
                  <a:ext cx="224637" cy="304027"/>
                </a:xfrm>
                <a:custGeom>
                  <a:avLst/>
                  <a:gdLst/>
                  <a:ahLst/>
                  <a:cxnLst/>
                  <a:rect l="l" t="t" r="r" b="b"/>
                  <a:pathLst>
                    <a:path w="13013" h="17612" extrusionOk="0">
                      <a:moveTo>
                        <a:pt x="9953" y="1"/>
                      </a:moveTo>
                      <a:cubicBezTo>
                        <a:pt x="9945" y="1"/>
                        <a:pt x="9938" y="1"/>
                        <a:pt x="9930" y="1"/>
                      </a:cubicBezTo>
                      <a:lnTo>
                        <a:pt x="5989" y="24"/>
                      </a:lnTo>
                      <a:cubicBezTo>
                        <a:pt x="5989" y="24"/>
                        <a:pt x="4310" y="203"/>
                        <a:pt x="2953" y="1060"/>
                      </a:cubicBezTo>
                      <a:cubicBezTo>
                        <a:pt x="2120" y="1584"/>
                        <a:pt x="1131" y="1846"/>
                        <a:pt x="143" y="1846"/>
                      </a:cubicBezTo>
                      <a:lnTo>
                        <a:pt x="0" y="1846"/>
                      </a:lnTo>
                      <a:lnTo>
                        <a:pt x="0" y="9109"/>
                      </a:lnTo>
                      <a:cubicBezTo>
                        <a:pt x="548" y="9168"/>
                        <a:pt x="1060" y="9407"/>
                        <a:pt x="1453" y="9823"/>
                      </a:cubicBezTo>
                      <a:cubicBezTo>
                        <a:pt x="1953" y="10347"/>
                        <a:pt x="2620" y="11026"/>
                        <a:pt x="3108" y="11454"/>
                      </a:cubicBezTo>
                      <a:cubicBezTo>
                        <a:pt x="4001" y="12252"/>
                        <a:pt x="3989" y="15455"/>
                        <a:pt x="3870" y="16729"/>
                      </a:cubicBezTo>
                      <a:cubicBezTo>
                        <a:pt x="3814" y="17272"/>
                        <a:pt x="4264" y="17611"/>
                        <a:pt x="4858" y="17611"/>
                      </a:cubicBezTo>
                      <a:cubicBezTo>
                        <a:pt x="5658" y="17611"/>
                        <a:pt x="6719" y="16996"/>
                        <a:pt x="7156" y="15431"/>
                      </a:cubicBezTo>
                      <a:cubicBezTo>
                        <a:pt x="7918" y="12705"/>
                        <a:pt x="6477" y="11216"/>
                        <a:pt x="7704" y="10954"/>
                      </a:cubicBezTo>
                      <a:cubicBezTo>
                        <a:pt x="8143" y="10854"/>
                        <a:pt x="8294" y="10830"/>
                        <a:pt x="9031" y="10830"/>
                      </a:cubicBezTo>
                      <a:cubicBezTo>
                        <a:pt x="9254" y="10830"/>
                        <a:pt x="9529" y="10833"/>
                        <a:pt x="9882" y="10835"/>
                      </a:cubicBezTo>
                      <a:cubicBezTo>
                        <a:pt x="9889" y="10835"/>
                        <a:pt x="9895" y="10835"/>
                        <a:pt x="9901" y="10835"/>
                      </a:cubicBezTo>
                      <a:cubicBezTo>
                        <a:pt x="11654" y="10835"/>
                        <a:pt x="13013" y="9197"/>
                        <a:pt x="12776" y="7347"/>
                      </a:cubicBezTo>
                      <a:lnTo>
                        <a:pt x="12823" y="2691"/>
                      </a:lnTo>
                      <a:cubicBezTo>
                        <a:pt x="12634" y="1152"/>
                        <a:pt x="11407" y="1"/>
                        <a:pt x="9953" y="1"/>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8" name="Google Shape;523;p10">
                  <a:extLst>
                    <a:ext uri="{FF2B5EF4-FFF2-40B4-BE49-F238E27FC236}">
                      <a16:creationId xmlns:a16="http://schemas.microsoft.com/office/drawing/2014/main" id="{6CDD8350-9E0A-5939-72E9-F156B7BC6CBB}"/>
                    </a:ext>
                  </a:extLst>
                </p:cNvPr>
                <p:cNvSpPr/>
                <p:nvPr/>
              </p:nvSpPr>
              <p:spPr>
                <a:xfrm>
                  <a:off x="4885988" y="2193856"/>
                  <a:ext cx="53048" cy="137116"/>
                </a:xfrm>
                <a:custGeom>
                  <a:avLst/>
                  <a:gdLst/>
                  <a:ahLst/>
                  <a:cxnLst/>
                  <a:rect l="l" t="t" r="r" b="b"/>
                  <a:pathLst>
                    <a:path w="3073" h="7943" extrusionOk="0">
                      <a:moveTo>
                        <a:pt x="60" y="1"/>
                      </a:moveTo>
                      <a:lnTo>
                        <a:pt x="0" y="7906"/>
                      </a:lnTo>
                      <a:lnTo>
                        <a:pt x="3013" y="7942"/>
                      </a:lnTo>
                      <a:lnTo>
                        <a:pt x="3072" y="36"/>
                      </a:lnTo>
                      <a:lnTo>
                        <a:pt x="60"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11" name="Google Shape;524;p10">
                <a:extLst>
                  <a:ext uri="{FF2B5EF4-FFF2-40B4-BE49-F238E27FC236}">
                    <a16:creationId xmlns:a16="http://schemas.microsoft.com/office/drawing/2014/main" id="{813A1809-D3A2-0A92-DC21-2AB6160F0B6B}"/>
                  </a:ext>
                </a:extLst>
              </p:cNvPr>
              <p:cNvGrpSpPr/>
              <p:nvPr/>
            </p:nvGrpSpPr>
            <p:grpSpPr>
              <a:xfrm>
                <a:off x="6065178" y="3672494"/>
                <a:ext cx="1254316" cy="1254316"/>
                <a:chOff x="4548883" y="2754370"/>
                <a:chExt cx="940737" cy="940737"/>
              </a:xfrm>
            </p:grpSpPr>
            <p:sp>
              <p:nvSpPr>
                <p:cNvPr id="145" name="Google Shape;525;p10">
                  <a:extLst>
                    <a:ext uri="{FF2B5EF4-FFF2-40B4-BE49-F238E27FC236}">
                      <a16:creationId xmlns:a16="http://schemas.microsoft.com/office/drawing/2014/main" id="{31F9A148-138D-84CE-13AB-9718AF5CAC87}"/>
                    </a:ext>
                  </a:extLst>
                </p:cNvPr>
                <p:cNvSpPr/>
                <p:nvPr/>
              </p:nvSpPr>
              <p:spPr>
                <a:xfrm>
                  <a:off x="4548883" y="2754370"/>
                  <a:ext cx="940737" cy="940737"/>
                </a:xfrm>
                <a:custGeom>
                  <a:avLst/>
                  <a:gdLst/>
                  <a:ahLst/>
                  <a:cxnLst/>
                  <a:rect l="l" t="t" r="r" b="b"/>
                  <a:pathLst>
                    <a:path w="54496" h="54496" extrusionOk="0">
                      <a:moveTo>
                        <a:pt x="1" y="1"/>
                      </a:moveTo>
                      <a:lnTo>
                        <a:pt x="1" y="27254"/>
                      </a:lnTo>
                      <a:cubicBezTo>
                        <a:pt x="1" y="42280"/>
                        <a:pt x="12229" y="54496"/>
                        <a:pt x="27254" y="54496"/>
                      </a:cubicBezTo>
                      <a:cubicBezTo>
                        <a:pt x="42280" y="54496"/>
                        <a:pt x="54496" y="42280"/>
                        <a:pt x="54496" y="27254"/>
                      </a:cubicBezTo>
                      <a:cubicBezTo>
                        <a:pt x="54496" y="12229"/>
                        <a:pt x="42280" y="1"/>
                        <a:pt x="27254"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6" name="Google Shape;526;p10">
                  <a:extLst>
                    <a:ext uri="{FF2B5EF4-FFF2-40B4-BE49-F238E27FC236}">
                      <a16:creationId xmlns:a16="http://schemas.microsoft.com/office/drawing/2014/main" id="{81F95957-8D17-6553-DFF6-93F14E6D3D56}"/>
                    </a:ext>
                  </a:extLst>
                </p:cNvPr>
                <p:cNvSpPr/>
                <p:nvPr/>
              </p:nvSpPr>
              <p:spPr>
                <a:xfrm>
                  <a:off x="4715994" y="2921482"/>
                  <a:ext cx="606552" cy="606535"/>
                </a:xfrm>
                <a:custGeom>
                  <a:avLst/>
                  <a:gdLst/>
                  <a:ahLst/>
                  <a:cxnLst/>
                  <a:rect l="l" t="t" r="r" b="b"/>
                  <a:pathLst>
                    <a:path w="35137" h="35136" extrusionOk="0">
                      <a:moveTo>
                        <a:pt x="1" y="1"/>
                      </a:moveTo>
                      <a:lnTo>
                        <a:pt x="1" y="17574"/>
                      </a:lnTo>
                      <a:cubicBezTo>
                        <a:pt x="1" y="27254"/>
                        <a:pt x="7883" y="35136"/>
                        <a:pt x="17574" y="35136"/>
                      </a:cubicBez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12" name="Google Shape;527;p10">
                <a:extLst>
                  <a:ext uri="{FF2B5EF4-FFF2-40B4-BE49-F238E27FC236}">
                    <a16:creationId xmlns:a16="http://schemas.microsoft.com/office/drawing/2014/main" id="{2DC11FAE-6D8B-C1E2-FDD0-143882D67DC2}"/>
                  </a:ext>
                </a:extLst>
              </p:cNvPr>
              <p:cNvGrpSpPr/>
              <p:nvPr/>
            </p:nvGrpSpPr>
            <p:grpSpPr>
              <a:xfrm>
                <a:off x="6478467" y="4097293"/>
                <a:ext cx="473868" cy="460703"/>
                <a:chOff x="4858850" y="3072970"/>
                <a:chExt cx="355401" cy="345527"/>
              </a:xfrm>
            </p:grpSpPr>
            <p:sp>
              <p:nvSpPr>
                <p:cNvPr id="134" name="Google Shape;528;p10">
                  <a:extLst>
                    <a:ext uri="{FF2B5EF4-FFF2-40B4-BE49-F238E27FC236}">
                      <a16:creationId xmlns:a16="http://schemas.microsoft.com/office/drawing/2014/main" id="{61D39DF6-BFE9-6208-4AEF-9FA9509D5B62}"/>
                    </a:ext>
                  </a:extLst>
                </p:cNvPr>
                <p:cNvSpPr/>
                <p:nvPr/>
              </p:nvSpPr>
              <p:spPr>
                <a:xfrm>
                  <a:off x="4931615" y="3147341"/>
                  <a:ext cx="204733" cy="220787"/>
                </a:xfrm>
                <a:custGeom>
                  <a:avLst/>
                  <a:gdLst/>
                  <a:ahLst/>
                  <a:cxnLst/>
                  <a:rect l="l" t="t" r="r" b="b"/>
                  <a:pathLst>
                    <a:path w="11860" h="12790" extrusionOk="0">
                      <a:moveTo>
                        <a:pt x="5525" y="3765"/>
                      </a:moveTo>
                      <a:lnTo>
                        <a:pt x="8371" y="3884"/>
                      </a:lnTo>
                      <a:lnTo>
                        <a:pt x="6668" y="5622"/>
                      </a:lnTo>
                      <a:lnTo>
                        <a:pt x="8668" y="5777"/>
                      </a:lnTo>
                      <a:lnTo>
                        <a:pt x="3489" y="10266"/>
                      </a:lnTo>
                      <a:lnTo>
                        <a:pt x="3489" y="10266"/>
                      </a:lnTo>
                      <a:lnTo>
                        <a:pt x="5489" y="6587"/>
                      </a:lnTo>
                      <a:lnTo>
                        <a:pt x="3382" y="6587"/>
                      </a:lnTo>
                      <a:lnTo>
                        <a:pt x="5525" y="3765"/>
                      </a:lnTo>
                      <a:close/>
                      <a:moveTo>
                        <a:pt x="6027" y="1"/>
                      </a:moveTo>
                      <a:cubicBezTo>
                        <a:pt x="5806" y="1"/>
                        <a:pt x="5583" y="13"/>
                        <a:pt x="5358" y="38"/>
                      </a:cubicBezTo>
                      <a:cubicBezTo>
                        <a:pt x="2715" y="336"/>
                        <a:pt x="572" y="2443"/>
                        <a:pt x="239" y="5075"/>
                      </a:cubicBezTo>
                      <a:cubicBezTo>
                        <a:pt x="0" y="7003"/>
                        <a:pt x="703" y="8766"/>
                        <a:pt x="1941" y="9992"/>
                      </a:cubicBezTo>
                      <a:cubicBezTo>
                        <a:pt x="2144" y="10194"/>
                        <a:pt x="2358" y="10397"/>
                        <a:pt x="2525" y="10623"/>
                      </a:cubicBezTo>
                      <a:cubicBezTo>
                        <a:pt x="2834" y="11028"/>
                        <a:pt x="3251" y="11647"/>
                        <a:pt x="3572" y="12445"/>
                      </a:cubicBezTo>
                      <a:cubicBezTo>
                        <a:pt x="3656" y="12659"/>
                        <a:pt x="3870" y="12790"/>
                        <a:pt x="4108" y="12790"/>
                      </a:cubicBezTo>
                      <a:lnTo>
                        <a:pt x="7966" y="12790"/>
                      </a:lnTo>
                      <a:cubicBezTo>
                        <a:pt x="8204" y="12790"/>
                        <a:pt x="8418" y="12659"/>
                        <a:pt x="8501" y="12445"/>
                      </a:cubicBezTo>
                      <a:cubicBezTo>
                        <a:pt x="9085" y="10992"/>
                        <a:pt x="9978" y="10123"/>
                        <a:pt x="9978" y="10123"/>
                      </a:cubicBezTo>
                      <a:lnTo>
                        <a:pt x="9966" y="10123"/>
                      </a:lnTo>
                      <a:cubicBezTo>
                        <a:pt x="11133" y="9051"/>
                        <a:pt x="11859" y="7527"/>
                        <a:pt x="11859" y="5837"/>
                      </a:cubicBezTo>
                      <a:cubicBezTo>
                        <a:pt x="11859" y="2616"/>
                        <a:pt x="9241" y="1"/>
                        <a:pt x="602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5" name="Google Shape;529;p10">
                  <a:extLst>
                    <a:ext uri="{FF2B5EF4-FFF2-40B4-BE49-F238E27FC236}">
                      <a16:creationId xmlns:a16="http://schemas.microsoft.com/office/drawing/2014/main" id="{1DF3BDD6-3117-03A8-0D4C-CBB7E48760CE}"/>
                    </a:ext>
                  </a:extLst>
                </p:cNvPr>
                <p:cNvSpPr/>
                <p:nvPr/>
              </p:nvSpPr>
              <p:spPr>
                <a:xfrm>
                  <a:off x="4983613" y="3375531"/>
                  <a:ext cx="104231" cy="42966"/>
                </a:xfrm>
                <a:custGeom>
                  <a:avLst/>
                  <a:gdLst/>
                  <a:ahLst/>
                  <a:cxnLst/>
                  <a:rect l="l" t="t" r="r" b="b"/>
                  <a:pathLst>
                    <a:path w="6038" h="2489" extrusionOk="0">
                      <a:moveTo>
                        <a:pt x="406" y="1"/>
                      </a:moveTo>
                      <a:cubicBezTo>
                        <a:pt x="179" y="1"/>
                        <a:pt x="1" y="191"/>
                        <a:pt x="1" y="417"/>
                      </a:cubicBezTo>
                      <a:lnTo>
                        <a:pt x="1" y="501"/>
                      </a:lnTo>
                      <a:cubicBezTo>
                        <a:pt x="1" y="727"/>
                        <a:pt x="179" y="905"/>
                        <a:pt x="406" y="905"/>
                      </a:cubicBezTo>
                      <a:lnTo>
                        <a:pt x="1799" y="905"/>
                      </a:lnTo>
                      <a:lnTo>
                        <a:pt x="1799" y="1275"/>
                      </a:lnTo>
                      <a:cubicBezTo>
                        <a:pt x="1799" y="1941"/>
                        <a:pt x="2346" y="2489"/>
                        <a:pt x="3013" y="2489"/>
                      </a:cubicBezTo>
                      <a:cubicBezTo>
                        <a:pt x="3680" y="2489"/>
                        <a:pt x="4227" y="1941"/>
                        <a:pt x="4227" y="1275"/>
                      </a:cubicBezTo>
                      <a:lnTo>
                        <a:pt x="4227" y="905"/>
                      </a:lnTo>
                      <a:lnTo>
                        <a:pt x="5620" y="905"/>
                      </a:lnTo>
                      <a:cubicBezTo>
                        <a:pt x="5847" y="905"/>
                        <a:pt x="6037" y="727"/>
                        <a:pt x="6037" y="501"/>
                      </a:cubicBezTo>
                      <a:lnTo>
                        <a:pt x="6037" y="417"/>
                      </a:lnTo>
                      <a:cubicBezTo>
                        <a:pt x="6037" y="191"/>
                        <a:pt x="5847" y="1"/>
                        <a:pt x="5620"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6" name="Google Shape;530;p10">
                  <a:extLst>
                    <a:ext uri="{FF2B5EF4-FFF2-40B4-BE49-F238E27FC236}">
                      <a16:creationId xmlns:a16="http://schemas.microsoft.com/office/drawing/2014/main" id="{06ED9975-BEE9-AECE-E334-AFCDD2C342F4}"/>
                    </a:ext>
                  </a:extLst>
                </p:cNvPr>
                <p:cNvSpPr/>
                <p:nvPr/>
              </p:nvSpPr>
              <p:spPr>
                <a:xfrm>
                  <a:off x="5028429" y="3072970"/>
                  <a:ext cx="14604" cy="46885"/>
                </a:xfrm>
                <a:custGeom>
                  <a:avLst/>
                  <a:gdLst/>
                  <a:ahLst/>
                  <a:cxnLst/>
                  <a:rect l="l" t="t" r="r" b="b"/>
                  <a:pathLst>
                    <a:path w="846" h="2716" extrusionOk="0">
                      <a:moveTo>
                        <a:pt x="417" y="1"/>
                      </a:moveTo>
                      <a:cubicBezTo>
                        <a:pt x="191" y="1"/>
                        <a:pt x="0" y="191"/>
                        <a:pt x="0" y="429"/>
                      </a:cubicBezTo>
                      <a:lnTo>
                        <a:pt x="0" y="2298"/>
                      </a:lnTo>
                      <a:cubicBezTo>
                        <a:pt x="0" y="2525"/>
                        <a:pt x="191" y="2715"/>
                        <a:pt x="417" y="2715"/>
                      </a:cubicBezTo>
                      <a:cubicBezTo>
                        <a:pt x="655" y="2715"/>
                        <a:pt x="846" y="2525"/>
                        <a:pt x="846" y="2298"/>
                      </a:cubicBezTo>
                      <a:lnTo>
                        <a:pt x="846" y="429"/>
                      </a:lnTo>
                      <a:cubicBezTo>
                        <a:pt x="846" y="191"/>
                        <a:pt x="655" y="1"/>
                        <a:pt x="41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7" name="Google Shape;531;p10">
                  <a:extLst>
                    <a:ext uri="{FF2B5EF4-FFF2-40B4-BE49-F238E27FC236}">
                      <a16:creationId xmlns:a16="http://schemas.microsoft.com/office/drawing/2014/main" id="{0B19DA04-CE59-AE14-F13B-B8CA37B5A6A9}"/>
                    </a:ext>
                  </a:extLst>
                </p:cNvPr>
                <p:cNvSpPr/>
                <p:nvPr/>
              </p:nvSpPr>
              <p:spPr>
                <a:xfrm>
                  <a:off x="4942301" y="3096224"/>
                  <a:ext cx="32695" cy="42621"/>
                </a:xfrm>
                <a:custGeom>
                  <a:avLst/>
                  <a:gdLst/>
                  <a:ahLst/>
                  <a:cxnLst/>
                  <a:rect l="l" t="t" r="r" b="b"/>
                  <a:pathLst>
                    <a:path w="1894" h="2469" extrusionOk="0">
                      <a:moveTo>
                        <a:pt x="475" y="1"/>
                      </a:moveTo>
                      <a:cubicBezTo>
                        <a:pt x="402" y="1"/>
                        <a:pt x="329" y="19"/>
                        <a:pt x="262" y="59"/>
                      </a:cubicBezTo>
                      <a:cubicBezTo>
                        <a:pt x="60" y="178"/>
                        <a:pt x="1" y="440"/>
                        <a:pt x="108" y="642"/>
                      </a:cubicBezTo>
                      <a:lnTo>
                        <a:pt x="1048" y="2261"/>
                      </a:lnTo>
                      <a:cubicBezTo>
                        <a:pt x="1128" y="2397"/>
                        <a:pt x="1267" y="2468"/>
                        <a:pt x="1411" y="2468"/>
                      </a:cubicBezTo>
                      <a:cubicBezTo>
                        <a:pt x="1481" y="2468"/>
                        <a:pt x="1553" y="2451"/>
                        <a:pt x="1620" y="2416"/>
                      </a:cubicBezTo>
                      <a:cubicBezTo>
                        <a:pt x="1822" y="2297"/>
                        <a:pt x="1894" y="2035"/>
                        <a:pt x="1775" y="1833"/>
                      </a:cubicBezTo>
                      <a:lnTo>
                        <a:pt x="846" y="213"/>
                      </a:lnTo>
                      <a:cubicBezTo>
                        <a:pt x="766" y="78"/>
                        <a:pt x="622" y="1"/>
                        <a:pt x="47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8" name="Google Shape;532;p10">
                  <a:extLst>
                    <a:ext uri="{FF2B5EF4-FFF2-40B4-BE49-F238E27FC236}">
                      <a16:creationId xmlns:a16="http://schemas.microsoft.com/office/drawing/2014/main" id="{D7BF4717-59E6-FAF1-015F-C2AC510C30F4}"/>
                    </a:ext>
                  </a:extLst>
                </p:cNvPr>
                <p:cNvSpPr/>
                <p:nvPr/>
              </p:nvSpPr>
              <p:spPr>
                <a:xfrm>
                  <a:off x="4880222" y="3159011"/>
                  <a:ext cx="44624" cy="30693"/>
                </a:xfrm>
                <a:custGeom>
                  <a:avLst/>
                  <a:gdLst/>
                  <a:ahLst/>
                  <a:cxnLst/>
                  <a:rect l="l" t="t" r="r" b="b"/>
                  <a:pathLst>
                    <a:path w="2585" h="1778" extrusionOk="0">
                      <a:moveTo>
                        <a:pt x="479" y="0"/>
                      </a:moveTo>
                      <a:cubicBezTo>
                        <a:pt x="332" y="0"/>
                        <a:pt x="188" y="72"/>
                        <a:pt x="108" y="208"/>
                      </a:cubicBezTo>
                      <a:cubicBezTo>
                        <a:pt x="1" y="410"/>
                        <a:pt x="72" y="672"/>
                        <a:pt x="275" y="791"/>
                      </a:cubicBezTo>
                      <a:lnTo>
                        <a:pt x="1882" y="1720"/>
                      </a:lnTo>
                      <a:cubicBezTo>
                        <a:pt x="1949" y="1759"/>
                        <a:pt x="2022" y="1778"/>
                        <a:pt x="2094" y="1778"/>
                      </a:cubicBezTo>
                      <a:cubicBezTo>
                        <a:pt x="2242" y="1778"/>
                        <a:pt x="2386" y="1701"/>
                        <a:pt x="2465" y="1565"/>
                      </a:cubicBezTo>
                      <a:cubicBezTo>
                        <a:pt x="2585" y="1363"/>
                        <a:pt x="2513" y="1113"/>
                        <a:pt x="2311" y="994"/>
                      </a:cubicBezTo>
                      <a:lnTo>
                        <a:pt x="691" y="53"/>
                      </a:lnTo>
                      <a:cubicBezTo>
                        <a:pt x="625" y="18"/>
                        <a:pt x="552" y="0"/>
                        <a:pt x="47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9" name="Google Shape;533;p10">
                  <a:extLst>
                    <a:ext uri="{FF2B5EF4-FFF2-40B4-BE49-F238E27FC236}">
                      <a16:creationId xmlns:a16="http://schemas.microsoft.com/office/drawing/2014/main" id="{5B61BF0E-39A3-3117-A095-670358364363}"/>
                    </a:ext>
                  </a:extLst>
                </p:cNvPr>
                <p:cNvSpPr/>
                <p:nvPr/>
              </p:nvSpPr>
              <p:spPr>
                <a:xfrm>
                  <a:off x="4858850" y="3244397"/>
                  <a:ext cx="46885" cy="14604"/>
                </a:xfrm>
                <a:custGeom>
                  <a:avLst/>
                  <a:gdLst/>
                  <a:ahLst/>
                  <a:cxnLst/>
                  <a:rect l="l" t="t" r="r" b="b"/>
                  <a:pathLst>
                    <a:path w="2716" h="846" extrusionOk="0">
                      <a:moveTo>
                        <a:pt x="417" y="0"/>
                      </a:moveTo>
                      <a:cubicBezTo>
                        <a:pt x="191" y="0"/>
                        <a:pt x="1" y="191"/>
                        <a:pt x="1" y="417"/>
                      </a:cubicBezTo>
                      <a:cubicBezTo>
                        <a:pt x="1" y="655"/>
                        <a:pt x="191" y="846"/>
                        <a:pt x="417" y="846"/>
                      </a:cubicBezTo>
                      <a:lnTo>
                        <a:pt x="2287" y="846"/>
                      </a:lnTo>
                      <a:cubicBezTo>
                        <a:pt x="2525" y="846"/>
                        <a:pt x="2715" y="655"/>
                        <a:pt x="2715" y="417"/>
                      </a:cubicBezTo>
                      <a:cubicBezTo>
                        <a:pt x="2715" y="191"/>
                        <a:pt x="2525" y="0"/>
                        <a:pt x="2287"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0" name="Google Shape;534;p10">
                  <a:extLst>
                    <a:ext uri="{FF2B5EF4-FFF2-40B4-BE49-F238E27FC236}">
                      <a16:creationId xmlns:a16="http://schemas.microsoft.com/office/drawing/2014/main" id="{EE6B8195-9A4C-A154-B416-594466663D44}"/>
                    </a:ext>
                  </a:extLst>
                </p:cNvPr>
                <p:cNvSpPr/>
                <p:nvPr/>
              </p:nvSpPr>
              <p:spPr>
                <a:xfrm>
                  <a:off x="4881050" y="3313279"/>
                  <a:ext cx="44624" cy="30796"/>
                </a:xfrm>
                <a:custGeom>
                  <a:avLst/>
                  <a:gdLst/>
                  <a:ahLst/>
                  <a:cxnLst/>
                  <a:rect l="l" t="t" r="r" b="b"/>
                  <a:pathLst>
                    <a:path w="2585" h="1784" extrusionOk="0">
                      <a:moveTo>
                        <a:pt x="2105" y="1"/>
                      </a:moveTo>
                      <a:cubicBezTo>
                        <a:pt x="2033" y="1"/>
                        <a:pt x="1960" y="19"/>
                        <a:pt x="1894" y="58"/>
                      </a:cubicBezTo>
                      <a:lnTo>
                        <a:pt x="274" y="987"/>
                      </a:lnTo>
                      <a:cubicBezTo>
                        <a:pt x="72" y="1106"/>
                        <a:pt x="0" y="1368"/>
                        <a:pt x="120" y="1571"/>
                      </a:cubicBezTo>
                      <a:cubicBezTo>
                        <a:pt x="199" y="1706"/>
                        <a:pt x="343" y="1783"/>
                        <a:pt x="491" y="1783"/>
                      </a:cubicBezTo>
                      <a:cubicBezTo>
                        <a:pt x="563" y="1783"/>
                        <a:pt x="636" y="1765"/>
                        <a:pt x="703" y="1725"/>
                      </a:cubicBezTo>
                      <a:lnTo>
                        <a:pt x="2310" y="797"/>
                      </a:lnTo>
                      <a:cubicBezTo>
                        <a:pt x="2513" y="678"/>
                        <a:pt x="2584" y="416"/>
                        <a:pt x="2465" y="213"/>
                      </a:cubicBezTo>
                      <a:cubicBezTo>
                        <a:pt x="2393" y="78"/>
                        <a:pt x="2252" y="1"/>
                        <a:pt x="210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1" name="Google Shape;535;p10">
                  <a:extLst>
                    <a:ext uri="{FF2B5EF4-FFF2-40B4-BE49-F238E27FC236}">
                      <a16:creationId xmlns:a16="http://schemas.microsoft.com/office/drawing/2014/main" id="{5C358B9C-DCCA-394B-947C-F3B2410A6CE0}"/>
                    </a:ext>
                  </a:extLst>
                </p:cNvPr>
                <p:cNvSpPr/>
                <p:nvPr/>
              </p:nvSpPr>
              <p:spPr>
                <a:xfrm>
                  <a:off x="5148255" y="3311639"/>
                  <a:ext cx="44624" cy="30779"/>
                </a:xfrm>
                <a:custGeom>
                  <a:avLst/>
                  <a:gdLst/>
                  <a:ahLst/>
                  <a:cxnLst/>
                  <a:rect l="l" t="t" r="r" b="b"/>
                  <a:pathLst>
                    <a:path w="2585" h="1783" extrusionOk="0">
                      <a:moveTo>
                        <a:pt x="491" y="0"/>
                      </a:moveTo>
                      <a:cubicBezTo>
                        <a:pt x="344" y="0"/>
                        <a:pt x="200" y="77"/>
                        <a:pt x="120" y="213"/>
                      </a:cubicBezTo>
                      <a:cubicBezTo>
                        <a:pt x="1" y="415"/>
                        <a:pt x="72" y="677"/>
                        <a:pt x="274" y="796"/>
                      </a:cubicBezTo>
                      <a:lnTo>
                        <a:pt x="1894" y="1725"/>
                      </a:lnTo>
                      <a:cubicBezTo>
                        <a:pt x="1960" y="1764"/>
                        <a:pt x="2034" y="1783"/>
                        <a:pt x="2106" y="1783"/>
                      </a:cubicBezTo>
                      <a:cubicBezTo>
                        <a:pt x="2253" y="1783"/>
                        <a:pt x="2397" y="1706"/>
                        <a:pt x="2477" y="1570"/>
                      </a:cubicBezTo>
                      <a:cubicBezTo>
                        <a:pt x="2584" y="1368"/>
                        <a:pt x="2525" y="1106"/>
                        <a:pt x="2322" y="999"/>
                      </a:cubicBezTo>
                      <a:lnTo>
                        <a:pt x="703" y="58"/>
                      </a:lnTo>
                      <a:cubicBezTo>
                        <a:pt x="636" y="19"/>
                        <a:pt x="563" y="0"/>
                        <a:pt x="491"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2" name="Google Shape;536;p10">
                  <a:extLst>
                    <a:ext uri="{FF2B5EF4-FFF2-40B4-BE49-F238E27FC236}">
                      <a16:creationId xmlns:a16="http://schemas.microsoft.com/office/drawing/2014/main" id="{F393606E-9098-60DF-640A-4BD72E628269}"/>
                    </a:ext>
                  </a:extLst>
                </p:cNvPr>
                <p:cNvSpPr/>
                <p:nvPr/>
              </p:nvSpPr>
              <p:spPr>
                <a:xfrm>
                  <a:off x="5167366" y="3242550"/>
                  <a:ext cx="46885" cy="14604"/>
                </a:xfrm>
                <a:custGeom>
                  <a:avLst/>
                  <a:gdLst/>
                  <a:ahLst/>
                  <a:cxnLst/>
                  <a:rect l="l" t="t" r="r" b="b"/>
                  <a:pathLst>
                    <a:path w="2716" h="846" extrusionOk="0">
                      <a:moveTo>
                        <a:pt x="430" y="0"/>
                      </a:moveTo>
                      <a:cubicBezTo>
                        <a:pt x="191" y="0"/>
                        <a:pt x="1" y="191"/>
                        <a:pt x="1" y="417"/>
                      </a:cubicBezTo>
                      <a:cubicBezTo>
                        <a:pt x="1" y="655"/>
                        <a:pt x="191" y="846"/>
                        <a:pt x="430" y="846"/>
                      </a:cubicBezTo>
                      <a:lnTo>
                        <a:pt x="2299" y="846"/>
                      </a:lnTo>
                      <a:cubicBezTo>
                        <a:pt x="2525" y="846"/>
                        <a:pt x="2716" y="655"/>
                        <a:pt x="2716" y="417"/>
                      </a:cubicBezTo>
                      <a:cubicBezTo>
                        <a:pt x="2716" y="191"/>
                        <a:pt x="2525" y="0"/>
                        <a:pt x="229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3" name="Google Shape;537;p10">
                  <a:extLst>
                    <a:ext uri="{FF2B5EF4-FFF2-40B4-BE49-F238E27FC236}">
                      <a16:creationId xmlns:a16="http://schemas.microsoft.com/office/drawing/2014/main" id="{C94A8AB2-4387-5FA0-5CD5-49B826D395E7}"/>
                    </a:ext>
                  </a:extLst>
                </p:cNvPr>
                <p:cNvSpPr/>
                <p:nvPr/>
              </p:nvSpPr>
              <p:spPr>
                <a:xfrm>
                  <a:off x="5147426" y="3157475"/>
                  <a:ext cx="44624" cy="30693"/>
                </a:xfrm>
                <a:custGeom>
                  <a:avLst/>
                  <a:gdLst/>
                  <a:ahLst/>
                  <a:cxnLst/>
                  <a:rect l="l" t="t" r="r" b="b"/>
                  <a:pathLst>
                    <a:path w="2585" h="1778" extrusionOk="0">
                      <a:moveTo>
                        <a:pt x="2103" y="1"/>
                      </a:moveTo>
                      <a:cubicBezTo>
                        <a:pt x="2033" y="1"/>
                        <a:pt x="1961" y="19"/>
                        <a:pt x="1894" y="59"/>
                      </a:cubicBezTo>
                      <a:lnTo>
                        <a:pt x="275" y="987"/>
                      </a:lnTo>
                      <a:cubicBezTo>
                        <a:pt x="72" y="1106"/>
                        <a:pt x="1" y="1368"/>
                        <a:pt x="120" y="1571"/>
                      </a:cubicBezTo>
                      <a:cubicBezTo>
                        <a:pt x="200" y="1706"/>
                        <a:pt x="339" y="1778"/>
                        <a:pt x="483" y="1778"/>
                      </a:cubicBezTo>
                      <a:cubicBezTo>
                        <a:pt x="553" y="1778"/>
                        <a:pt x="625" y="1761"/>
                        <a:pt x="692" y="1725"/>
                      </a:cubicBezTo>
                      <a:lnTo>
                        <a:pt x="2311" y="785"/>
                      </a:lnTo>
                      <a:cubicBezTo>
                        <a:pt x="2513" y="666"/>
                        <a:pt x="2585" y="416"/>
                        <a:pt x="2466" y="213"/>
                      </a:cubicBezTo>
                      <a:cubicBezTo>
                        <a:pt x="2386" y="78"/>
                        <a:pt x="2247" y="1"/>
                        <a:pt x="2103"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4" name="Google Shape;538;p10">
                  <a:extLst>
                    <a:ext uri="{FF2B5EF4-FFF2-40B4-BE49-F238E27FC236}">
                      <a16:creationId xmlns:a16="http://schemas.microsoft.com/office/drawing/2014/main" id="{1303649F-0F17-6A12-48F5-921A5EED3172}"/>
                    </a:ext>
                  </a:extLst>
                </p:cNvPr>
                <p:cNvSpPr/>
                <p:nvPr/>
              </p:nvSpPr>
              <p:spPr>
                <a:xfrm>
                  <a:off x="5096465" y="3095412"/>
                  <a:ext cx="32902" cy="42500"/>
                </a:xfrm>
                <a:custGeom>
                  <a:avLst/>
                  <a:gdLst/>
                  <a:ahLst/>
                  <a:cxnLst/>
                  <a:rect l="l" t="t" r="r" b="b"/>
                  <a:pathLst>
                    <a:path w="1906" h="2462" extrusionOk="0">
                      <a:moveTo>
                        <a:pt x="1419" y="0"/>
                      </a:moveTo>
                      <a:cubicBezTo>
                        <a:pt x="1272" y="0"/>
                        <a:pt x="1128" y="77"/>
                        <a:pt x="1048" y="213"/>
                      </a:cubicBezTo>
                      <a:lnTo>
                        <a:pt x="119" y="1832"/>
                      </a:lnTo>
                      <a:cubicBezTo>
                        <a:pt x="0" y="2034"/>
                        <a:pt x="72" y="2284"/>
                        <a:pt x="274" y="2403"/>
                      </a:cubicBezTo>
                      <a:cubicBezTo>
                        <a:pt x="341" y="2443"/>
                        <a:pt x="414" y="2461"/>
                        <a:pt x="486" y="2461"/>
                      </a:cubicBezTo>
                      <a:cubicBezTo>
                        <a:pt x="634" y="2461"/>
                        <a:pt x="778" y="2384"/>
                        <a:pt x="857" y="2249"/>
                      </a:cubicBezTo>
                      <a:lnTo>
                        <a:pt x="1786" y="629"/>
                      </a:lnTo>
                      <a:cubicBezTo>
                        <a:pt x="1905" y="427"/>
                        <a:pt x="1834" y="177"/>
                        <a:pt x="1631" y="58"/>
                      </a:cubicBezTo>
                      <a:cubicBezTo>
                        <a:pt x="1565" y="19"/>
                        <a:pt x="1492" y="0"/>
                        <a:pt x="141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13" name="Google Shape;539;p10">
                <a:extLst>
                  <a:ext uri="{FF2B5EF4-FFF2-40B4-BE49-F238E27FC236}">
                    <a16:creationId xmlns:a16="http://schemas.microsoft.com/office/drawing/2014/main" id="{5068A1D8-642C-C593-790A-80236D1CD273}"/>
                  </a:ext>
                </a:extLst>
              </p:cNvPr>
              <p:cNvGrpSpPr/>
              <p:nvPr/>
            </p:nvGrpSpPr>
            <p:grpSpPr>
              <a:xfrm>
                <a:off x="5314538" y="2951176"/>
                <a:ext cx="1499581" cy="1442921"/>
                <a:chOff x="3985903" y="2213381"/>
                <a:chExt cx="1124686" cy="1082191"/>
              </a:xfrm>
            </p:grpSpPr>
            <p:sp>
              <p:nvSpPr>
                <p:cNvPr id="121" name="Google Shape;540;p10">
                  <a:extLst>
                    <a:ext uri="{FF2B5EF4-FFF2-40B4-BE49-F238E27FC236}">
                      <a16:creationId xmlns:a16="http://schemas.microsoft.com/office/drawing/2014/main" id="{EA19B314-E186-16C6-F686-5ADAD9BC3CCC}"/>
                    </a:ext>
                  </a:extLst>
                </p:cNvPr>
                <p:cNvSpPr/>
                <p:nvPr/>
              </p:nvSpPr>
              <p:spPr>
                <a:xfrm>
                  <a:off x="3987353" y="2214624"/>
                  <a:ext cx="1123236" cy="1079614"/>
                </a:xfrm>
                <a:custGeom>
                  <a:avLst/>
                  <a:gdLst/>
                  <a:ahLst/>
                  <a:cxnLst/>
                  <a:rect l="l" t="t" r="r" b="b"/>
                  <a:pathLst>
                    <a:path w="65068" h="62541" extrusionOk="0">
                      <a:moveTo>
                        <a:pt x="32529" y="0"/>
                      </a:moveTo>
                      <a:cubicBezTo>
                        <a:pt x="29212" y="0"/>
                        <a:pt x="25896" y="1262"/>
                        <a:pt x="23372" y="3786"/>
                      </a:cubicBezTo>
                      <a:lnTo>
                        <a:pt x="5048" y="22110"/>
                      </a:lnTo>
                      <a:cubicBezTo>
                        <a:pt x="0" y="27158"/>
                        <a:pt x="0" y="35374"/>
                        <a:pt x="5048" y="40434"/>
                      </a:cubicBezTo>
                      <a:lnTo>
                        <a:pt x="23372" y="58746"/>
                      </a:lnTo>
                      <a:cubicBezTo>
                        <a:pt x="25896" y="61276"/>
                        <a:pt x="29212" y="62541"/>
                        <a:pt x="32528" y="62541"/>
                      </a:cubicBezTo>
                      <a:cubicBezTo>
                        <a:pt x="35844" y="62541"/>
                        <a:pt x="39160" y="61276"/>
                        <a:pt x="41684" y="58746"/>
                      </a:cubicBezTo>
                      <a:cubicBezTo>
                        <a:pt x="46744" y="53697"/>
                        <a:pt x="54959" y="45482"/>
                        <a:pt x="60008" y="40422"/>
                      </a:cubicBezTo>
                      <a:cubicBezTo>
                        <a:pt x="65068" y="35374"/>
                        <a:pt x="65068" y="27158"/>
                        <a:pt x="60008" y="22110"/>
                      </a:cubicBezTo>
                      <a:cubicBezTo>
                        <a:pt x="54959" y="17062"/>
                        <a:pt x="46744" y="8835"/>
                        <a:pt x="41696" y="3786"/>
                      </a:cubicBezTo>
                      <a:cubicBezTo>
                        <a:pt x="39166" y="1262"/>
                        <a:pt x="35847" y="0"/>
                        <a:pt x="32529"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22" name="Google Shape;541;p10">
                  <a:extLst>
                    <a:ext uri="{FF2B5EF4-FFF2-40B4-BE49-F238E27FC236}">
                      <a16:creationId xmlns:a16="http://schemas.microsoft.com/office/drawing/2014/main" id="{297158DD-E3C9-60CD-CBB0-BDB79CC58951}"/>
                    </a:ext>
                  </a:extLst>
                </p:cNvPr>
                <p:cNvGrpSpPr/>
                <p:nvPr/>
              </p:nvGrpSpPr>
              <p:grpSpPr>
                <a:xfrm>
                  <a:off x="4380547" y="2919635"/>
                  <a:ext cx="636781" cy="375937"/>
                  <a:chOff x="4380547" y="2919635"/>
                  <a:chExt cx="636781" cy="375937"/>
                </a:xfrm>
              </p:grpSpPr>
              <p:sp>
                <p:nvSpPr>
                  <p:cNvPr id="132" name="Google Shape;542;p10">
                    <a:extLst>
                      <a:ext uri="{FF2B5EF4-FFF2-40B4-BE49-F238E27FC236}">
                        <a16:creationId xmlns:a16="http://schemas.microsoft.com/office/drawing/2014/main" id="{7415315F-F9FE-3299-7476-42DC0E17E20D}"/>
                      </a:ext>
                    </a:extLst>
                  </p:cNvPr>
                  <p:cNvSpPr/>
                  <p:nvPr/>
                </p:nvSpPr>
                <p:spPr>
                  <a:xfrm>
                    <a:off x="4380547" y="3114281"/>
                    <a:ext cx="336481" cy="181291"/>
                  </a:xfrm>
                  <a:custGeom>
                    <a:avLst/>
                    <a:gdLst/>
                    <a:ahLst/>
                    <a:cxnLst/>
                    <a:rect l="l" t="t" r="r" b="b"/>
                    <a:pathLst>
                      <a:path w="19492" h="10502" extrusionOk="0">
                        <a:moveTo>
                          <a:pt x="1" y="1"/>
                        </a:moveTo>
                        <a:lnTo>
                          <a:pt x="1" y="6097"/>
                        </a:lnTo>
                        <a:lnTo>
                          <a:pt x="13" y="6121"/>
                        </a:lnTo>
                        <a:cubicBezTo>
                          <a:pt x="156" y="6287"/>
                          <a:pt x="322" y="6466"/>
                          <a:pt x="537" y="6692"/>
                        </a:cubicBezTo>
                        <a:cubicBezTo>
                          <a:pt x="3001" y="9145"/>
                          <a:pt x="6263" y="10502"/>
                          <a:pt x="9752" y="10502"/>
                        </a:cubicBezTo>
                        <a:cubicBezTo>
                          <a:pt x="13241" y="10502"/>
                          <a:pt x="16503" y="9145"/>
                          <a:pt x="18956" y="6692"/>
                        </a:cubicBezTo>
                        <a:lnTo>
                          <a:pt x="19491" y="6144"/>
                        </a:lnTo>
                        <a:lnTo>
                          <a:pt x="19491" y="1"/>
                        </a:lnTo>
                        <a:lnTo>
                          <a:pt x="18658" y="846"/>
                        </a:lnTo>
                        <a:cubicBezTo>
                          <a:pt x="18205" y="1299"/>
                          <a:pt x="17777" y="1727"/>
                          <a:pt x="17372" y="2132"/>
                        </a:cubicBezTo>
                        <a:cubicBezTo>
                          <a:pt x="15336" y="4168"/>
                          <a:pt x="12633" y="5287"/>
                          <a:pt x="9752" y="5287"/>
                        </a:cubicBezTo>
                        <a:cubicBezTo>
                          <a:pt x="6871" y="5287"/>
                          <a:pt x="4156" y="4168"/>
                          <a:pt x="2132" y="2132"/>
                        </a:cubicBezTo>
                        <a:lnTo>
                          <a:pt x="1"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3" name="Google Shape;543;p10">
                    <a:extLst>
                      <a:ext uri="{FF2B5EF4-FFF2-40B4-BE49-F238E27FC236}">
                        <a16:creationId xmlns:a16="http://schemas.microsoft.com/office/drawing/2014/main" id="{F3B9794E-2C4F-F250-64CE-CED06A6B6415}"/>
                      </a:ext>
                    </a:extLst>
                  </p:cNvPr>
                  <p:cNvSpPr/>
                  <p:nvPr/>
                </p:nvSpPr>
                <p:spPr>
                  <a:xfrm>
                    <a:off x="4714354" y="2919635"/>
                    <a:ext cx="302974" cy="303181"/>
                  </a:xfrm>
                  <a:custGeom>
                    <a:avLst/>
                    <a:gdLst/>
                    <a:ahLst/>
                    <a:cxnLst/>
                    <a:rect l="l" t="t" r="r" b="b"/>
                    <a:pathLst>
                      <a:path w="17551" h="17563" extrusionOk="0">
                        <a:moveTo>
                          <a:pt x="1" y="1"/>
                        </a:moveTo>
                        <a:lnTo>
                          <a:pt x="1" y="17562"/>
                        </a:lnTo>
                        <a:lnTo>
                          <a:pt x="17550"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23" name="Google Shape;544;p10">
                  <a:extLst>
                    <a:ext uri="{FF2B5EF4-FFF2-40B4-BE49-F238E27FC236}">
                      <a16:creationId xmlns:a16="http://schemas.microsoft.com/office/drawing/2014/main" id="{47F9F921-6600-FD54-3F14-FA25AB736896}"/>
                    </a:ext>
                  </a:extLst>
                </p:cNvPr>
                <p:cNvGrpSpPr/>
                <p:nvPr/>
              </p:nvGrpSpPr>
              <p:grpSpPr>
                <a:xfrm>
                  <a:off x="4714354" y="2285940"/>
                  <a:ext cx="375747" cy="636160"/>
                  <a:chOff x="4714354" y="2285940"/>
                  <a:chExt cx="375747" cy="636160"/>
                </a:xfrm>
              </p:grpSpPr>
              <p:sp>
                <p:nvSpPr>
                  <p:cNvPr id="130" name="Google Shape;545;p10">
                    <a:extLst>
                      <a:ext uri="{FF2B5EF4-FFF2-40B4-BE49-F238E27FC236}">
                        <a16:creationId xmlns:a16="http://schemas.microsoft.com/office/drawing/2014/main" id="{78619D28-E283-0A08-CE5A-3BBDA526A318}"/>
                      </a:ext>
                    </a:extLst>
                  </p:cNvPr>
                  <p:cNvSpPr/>
                  <p:nvPr/>
                </p:nvSpPr>
                <p:spPr>
                  <a:xfrm>
                    <a:off x="4908793" y="2585619"/>
                    <a:ext cx="181308" cy="336481"/>
                  </a:xfrm>
                  <a:custGeom>
                    <a:avLst/>
                    <a:gdLst/>
                    <a:ahLst/>
                    <a:cxnLst/>
                    <a:rect l="l" t="t" r="r" b="b"/>
                    <a:pathLst>
                      <a:path w="10503" h="19492" extrusionOk="0">
                        <a:moveTo>
                          <a:pt x="13" y="1"/>
                        </a:moveTo>
                        <a:lnTo>
                          <a:pt x="2132" y="2144"/>
                        </a:lnTo>
                        <a:cubicBezTo>
                          <a:pt x="6347" y="6347"/>
                          <a:pt x="6347" y="13169"/>
                          <a:pt x="2132" y="17372"/>
                        </a:cubicBezTo>
                        <a:lnTo>
                          <a:pt x="1" y="19491"/>
                        </a:lnTo>
                        <a:lnTo>
                          <a:pt x="6156" y="19491"/>
                        </a:lnTo>
                        <a:lnTo>
                          <a:pt x="6156" y="19456"/>
                        </a:lnTo>
                        <a:lnTo>
                          <a:pt x="6650" y="18904"/>
                        </a:lnTo>
                        <a:lnTo>
                          <a:pt x="6650" y="18904"/>
                        </a:lnTo>
                        <a:lnTo>
                          <a:pt x="6692" y="18968"/>
                        </a:lnTo>
                        <a:cubicBezTo>
                          <a:pt x="9157" y="16515"/>
                          <a:pt x="10502" y="13264"/>
                          <a:pt x="10502" y="9776"/>
                        </a:cubicBezTo>
                        <a:cubicBezTo>
                          <a:pt x="10502" y="6299"/>
                          <a:pt x="9145" y="3013"/>
                          <a:pt x="6692" y="549"/>
                        </a:cubicBezTo>
                        <a:lnTo>
                          <a:pt x="6144"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1" name="Google Shape;546;p10">
                    <a:extLst>
                      <a:ext uri="{FF2B5EF4-FFF2-40B4-BE49-F238E27FC236}">
                        <a16:creationId xmlns:a16="http://schemas.microsoft.com/office/drawing/2014/main" id="{845BEA8B-4B8B-D2A3-AF25-A631E0862BD7}"/>
                      </a:ext>
                    </a:extLst>
                  </p:cNvPr>
                  <p:cNvSpPr/>
                  <p:nvPr/>
                </p:nvSpPr>
                <p:spPr>
                  <a:xfrm>
                    <a:off x="4714354" y="2285940"/>
                    <a:ext cx="303181" cy="302146"/>
                  </a:xfrm>
                  <a:custGeom>
                    <a:avLst/>
                    <a:gdLst/>
                    <a:ahLst/>
                    <a:cxnLst/>
                    <a:rect l="l" t="t" r="r" b="b"/>
                    <a:pathLst>
                      <a:path w="17563" h="17503" extrusionOk="0">
                        <a:moveTo>
                          <a:pt x="1" y="1"/>
                        </a:moveTo>
                        <a:lnTo>
                          <a:pt x="1" y="17503"/>
                        </a:lnTo>
                        <a:lnTo>
                          <a:pt x="17562" y="17503"/>
                        </a:lnTo>
                        <a:lnTo>
                          <a:pt x="17146" y="17098"/>
                        </a:lnTo>
                        <a:cubicBezTo>
                          <a:pt x="12240" y="12193"/>
                          <a:pt x="4954" y="4930"/>
                          <a:pt x="143" y="120"/>
                        </a:cubicBezTo>
                        <a:lnTo>
                          <a:pt x="1"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24" name="Google Shape;547;p10">
                  <a:extLst>
                    <a:ext uri="{FF2B5EF4-FFF2-40B4-BE49-F238E27FC236}">
                      <a16:creationId xmlns:a16="http://schemas.microsoft.com/office/drawing/2014/main" id="{B3B9D3BB-AA3A-0053-9733-F86D682DBDBD}"/>
                    </a:ext>
                  </a:extLst>
                </p:cNvPr>
                <p:cNvGrpSpPr/>
                <p:nvPr/>
              </p:nvGrpSpPr>
              <p:grpSpPr>
                <a:xfrm>
                  <a:off x="3985903" y="2585619"/>
                  <a:ext cx="397112" cy="637197"/>
                  <a:chOff x="3985903" y="2585619"/>
                  <a:chExt cx="397112" cy="637197"/>
                </a:xfrm>
              </p:grpSpPr>
              <p:sp>
                <p:nvSpPr>
                  <p:cNvPr id="128" name="Google Shape;548;p10">
                    <a:extLst>
                      <a:ext uri="{FF2B5EF4-FFF2-40B4-BE49-F238E27FC236}">
                        <a16:creationId xmlns:a16="http://schemas.microsoft.com/office/drawing/2014/main" id="{0C53DA9B-306D-6FCF-52B6-6437461F656C}"/>
                      </a:ext>
                    </a:extLst>
                  </p:cNvPr>
                  <p:cNvSpPr/>
                  <p:nvPr/>
                </p:nvSpPr>
                <p:spPr>
                  <a:xfrm>
                    <a:off x="3985903" y="2585619"/>
                    <a:ext cx="203093" cy="336481"/>
                  </a:xfrm>
                  <a:custGeom>
                    <a:avLst/>
                    <a:gdLst/>
                    <a:ahLst/>
                    <a:cxnLst/>
                    <a:rect l="l" t="t" r="r" b="b"/>
                    <a:pathLst>
                      <a:path w="11765" h="19492" extrusionOk="0">
                        <a:moveTo>
                          <a:pt x="5621" y="1"/>
                        </a:moveTo>
                        <a:lnTo>
                          <a:pt x="5085" y="549"/>
                        </a:lnTo>
                        <a:cubicBezTo>
                          <a:pt x="1" y="5633"/>
                          <a:pt x="1" y="13884"/>
                          <a:pt x="5085" y="18968"/>
                        </a:cubicBezTo>
                        <a:lnTo>
                          <a:pt x="5621" y="19491"/>
                        </a:lnTo>
                        <a:lnTo>
                          <a:pt x="11764" y="19491"/>
                        </a:lnTo>
                        <a:lnTo>
                          <a:pt x="9633" y="17384"/>
                        </a:lnTo>
                        <a:cubicBezTo>
                          <a:pt x="7597" y="15348"/>
                          <a:pt x="6478" y="12657"/>
                          <a:pt x="6478" y="9776"/>
                        </a:cubicBezTo>
                        <a:cubicBezTo>
                          <a:pt x="6478" y="6895"/>
                          <a:pt x="7597" y="4168"/>
                          <a:pt x="9633" y="2144"/>
                        </a:cubicBezTo>
                        <a:lnTo>
                          <a:pt x="11764"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9" name="Google Shape;549;p10">
                    <a:extLst>
                      <a:ext uri="{FF2B5EF4-FFF2-40B4-BE49-F238E27FC236}">
                        <a16:creationId xmlns:a16="http://schemas.microsoft.com/office/drawing/2014/main" id="{DBD23C4D-77B8-69F5-0716-CB7376029B94}"/>
                      </a:ext>
                    </a:extLst>
                  </p:cNvPr>
                  <p:cNvSpPr/>
                  <p:nvPr/>
                </p:nvSpPr>
                <p:spPr>
                  <a:xfrm>
                    <a:off x="4080455" y="2919635"/>
                    <a:ext cx="302560" cy="303181"/>
                  </a:xfrm>
                  <a:custGeom>
                    <a:avLst/>
                    <a:gdLst/>
                    <a:ahLst/>
                    <a:cxnLst/>
                    <a:rect l="l" t="t" r="r" b="b"/>
                    <a:pathLst>
                      <a:path w="17527" h="17563" extrusionOk="0">
                        <a:moveTo>
                          <a:pt x="1" y="1"/>
                        </a:moveTo>
                        <a:lnTo>
                          <a:pt x="120" y="143"/>
                        </a:lnTo>
                        <a:cubicBezTo>
                          <a:pt x="5025" y="5049"/>
                          <a:pt x="12502" y="12526"/>
                          <a:pt x="17396" y="17431"/>
                        </a:cubicBezTo>
                        <a:lnTo>
                          <a:pt x="17527" y="17562"/>
                        </a:lnTo>
                        <a:lnTo>
                          <a:pt x="17527"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125" name="Google Shape;550;p10">
                  <a:extLst>
                    <a:ext uri="{FF2B5EF4-FFF2-40B4-BE49-F238E27FC236}">
                      <a16:creationId xmlns:a16="http://schemas.microsoft.com/office/drawing/2014/main" id="{3A62A1BC-75CF-9EA9-1E04-C4F83B5D4AB4}"/>
                    </a:ext>
                  </a:extLst>
                </p:cNvPr>
                <p:cNvGrpSpPr/>
                <p:nvPr/>
              </p:nvGrpSpPr>
              <p:grpSpPr>
                <a:xfrm>
                  <a:off x="4080455" y="2213381"/>
                  <a:ext cx="636573" cy="374705"/>
                  <a:chOff x="4080455" y="2213381"/>
                  <a:chExt cx="636573" cy="374705"/>
                </a:xfrm>
              </p:grpSpPr>
              <p:sp>
                <p:nvSpPr>
                  <p:cNvPr id="126" name="Google Shape;551;p10">
                    <a:extLst>
                      <a:ext uri="{FF2B5EF4-FFF2-40B4-BE49-F238E27FC236}">
                        <a16:creationId xmlns:a16="http://schemas.microsoft.com/office/drawing/2014/main" id="{D5FD4027-DACB-9BF6-D328-5B1A6CA33302}"/>
                      </a:ext>
                    </a:extLst>
                  </p:cNvPr>
                  <p:cNvSpPr/>
                  <p:nvPr/>
                </p:nvSpPr>
                <p:spPr>
                  <a:xfrm>
                    <a:off x="4380340" y="2213381"/>
                    <a:ext cx="336688" cy="181101"/>
                  </a:xfrm>
                  <a:custGeom>
                    <a:avLst/>
                    <a:gdLst/>
                    <a:ahLst/>
                    <a:cxnLst/>
                    <a:rect l="l" t="t" r="r" b="b"/>
                    <a:pathLst>
                      <a:path w="19504" h="10491" extrusionOk="0">
                        <a:moveTo>
                          <a:pt x="9764" y="1"/>
                        </a:moveTo>
                        <a:cubicBezTo>
                          <a:pt x="6287" y="1"/>
                          <a:pt x="3013" y="1358"/>
                          <a:pt x="549" y="3811"/>
                        </a:cubicBezTo>
                        <a:lnTo>
                          <a:pt x="1" y="4358"/>
                        </a:lnTo>
                        <a:lnTo>
                          <a:pt x="1" y="10490"/>
                        </a:lnTo>
                        <a:lnTo>
                          <a:pt x="2144" y="8359"/>
                        </a:lnTo>
                        <a:cubicBezTo>
                          <a:pt x="4180" y="6323"/>
                          <a:pt x="6883" y="5204"/>
                          <a:pt x="9764" y="5204"/>
                        </a:cubicBezTo>
                        <a:cubicBezTo>
                          <a:pt x="12645" y="5204"/>
                          <a:pt x="15348" y="6323"/>
                          <a:pt x="17384" y="8359"/>
                        </a:cubicBezTo>
                        <a:lnTo>
                          <a:pt x="19503" y="10490"/>
                        </a:lnTo>
                        <a:lnTo>
                          <a:pt x="19503" y="4442"/>
                        </a:lnTo>
                        <a:lnTo>
                          <a:pt x="19444" y="4442"/>
                        </a:lnTo>
                        <a:lnTo>
                          <a:pt x="18932" y="3894"/>
                        </a:lnTo>
                        <a:lnTo>
                          <a:pt x="18979" y="3823"/>
                        </a:lnTo>
                        <a:cubicBezTo>
                          <a:pt x="16527" y="1370"/>
                          <a:pt x="13253" y="1"/>
                          <a:pt x="9764"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7" name="Google Shape;552;p10">
                    <a:extLst>
                      <a:ext uri="{FF2B5EF4-FFF2-40B4-BE49-F238E27FC236}">
                        <a16:creationId xmlns:a16="http://schemas.microsoft.com/office/drawing/2014/main" id="{05B9264A-5C4A-D695-DDD5-39673F28316C}"/>
                      </a:ext>
                    </a:extLst>
                  </p:cNvPr>
                  <p:cNvSpPr/>
                  <p:nvPr/>
                </p:nvSpPr>
                <p:spPr>
                  <a:xfrm>
                    <a:off x="4080455" y="2285940"/>
                    <a:ext cx="302560" cy="302146"/>
                  </a:xfrm>
                  <a:custGeom>
                    <a:avLst/>
                    <a:gdLst/>
                    <a:ahLst/>
                    <a:cxnLst/>
                    <a:rect l="l" t="t" r="r" b="b"/>
                    <a:pathLst>
                      <a:path w="17527" h="17503" extrusionOk="0">
                        <a:moveTo>
                          <a:pt x="17527" y="1"/>
                        </a:moveTo>
                        <a:lnTo>
                          <a:pt x="1" y="17503"/>
                        </a:lnTo>
                        <a:lnTo>
                          <a:pt x="17527" y="17503"/>
                        </a:lnTo>
                        <a:lnTo>
                          <a:pt x="17527"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grpSp>
            <p:nvGrpSpPr>
              <p:cNvPr id="114" name="Google Shape;553;p10">
                <a:extLst>
                  <a:ext uri="{FF2B5EF4-FFF2-40B4-BE49-F238E27FC236}">
                    <a16:creationId xmlns:a16="http://schemas.microsoft.com/office/drawing/2014/main" id="{98E9AFB6-56B9-4894-FC5D-0C4E870311E2}"/>
                  </a:ext>
                </a:extLst>
              </p:cNvPr>
              <p:cNvGrpSpPr/>
              <p:nvPr/>
            </p:nvGrpSpPr>
            <p:grpSpPr>
              <a:xfrm>
                <a:off x="5909378" y="3494930"/>
                <a:ext cx="311836" cy="355292"/>
                <a:chOff x="4645650" y="3962900"/>
                <a:chExt cx="259950" cy="296175"/>
              </a:xfrm>
            </p:grpSpPr>
            <p:sp>
              <p:nvSpPr>
                <p:cNvPr id="115" name="Google Shape;554;p10">
                  <a:extLst>
                    <a:ext uri="{FF2B5EF4-FFF2-40B4-BE49-F238E27FC236}">
                      <a16:creationId xmlns:a16="http://schemas.microsoft.com/office/drawing/2014/main" id="{78CDF4F0-D2B8-1FCC-8B26-9F7FF813957F}"/>
                    </a:ext>
                  </a:extLst>
                </p:cNvPr>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6" name="Google Shape;555;p10">
                  <a:extLst>
                    <a:ext uri="{FF2B5EF4-FFF2-40B4-BE49-F238E27FC236}">
                      <a16:creationId xmlns:a16="http://schemas.microsoft.com/office/drawing/2014/main" id="{7D2C3211-94F9-8866-ABD0-E6E35A5DD1CA}"/>
                    </a:ext>
                  </a:extLst>
                </p:cNvPr>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7" name="Google Shape;556;p10">
                  <a:extLst>
                    <a:ext uri="{FF2B5EF4-FFF2-40B4-BE49-F238E27FC236}">
                      <a16:creationId xmlns:a16="http://schemas.microsoft.com/office/drawing/2014/main" id="{2C6A1875-1C66-6109-6ED7-E6D63B47AD97}"/>
                    </a:ext>
                  </a:extLst>
                </p:cNvPr>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 name="Google Shape;557;p10">
                  <a:extLst>
                    <a:ext uri="{FF2B5EF4-FFF2-40B4-BE49-F238E27FC236}">
                      <a16:creationId xmlns:a16="http://schemas.microsoft.com/office/drawing/2014/main" id="{E0C83EBA-913C-456C-89F6-8EEE684CD9FB}"/>
                    </a:ext>
                  </a:extLst>
                </p:cNvPr>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 name="Google Shape;558;p10">
                  <a:extLst>
                    <a:ext uri="{FF2B5EF4-FFF2-40B4-BE49-F238E27FC236}">
                      <a16:creationId xmlns:a16="http://schemas.microsoft.com/office/drawing/2014/main" id="{2D8CD917-7592-E43A-F5E0-FA5BD4A3EA13}"/>
                    </a:ext>
                  </a:extLst>
                </p:cNvPr>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0" name="Google Shape;559;p10">
                  <a:extLst>
                    <a:ext uri="{FF2B5EF4-FFF2-40B4-BE49-F238E27FC236}">
                      <a16:creationId xmlns:a16="http://schemas.microsoft.com/office/drawing/2014/main" id="{8469D1AB-AE48-CBBE-7A3E-7ADEE06A4116}"/>
                    </a:ext>
                  </a:extLst>
                </p:cNvPr>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grpSp>
          <p:nvGrpSpPr>
            <p:cNvPr id="100" name="Google Shape;560;p10">
              <a:extLst>
                <a:ext uri="{FF2B5EF4-FFF2-40B4-BE49-F238E27FC236}">
                  <a16:creationId xmlns:a16="http://schemas.microsoft.com/office/drawing/2014/main" id="{8B4021B3-780D-C8AC-2129-C1A9344F9E59}"/>
                </a:ext>
              </a:extLst>
            </p:cNvPr>
            <p:cNvGrpSpPr/>
            <p:nvPr/>
          </p:nvGrpSpPr>
          <p:grpSpPr>
            <a:xfrm>
              <a:off x="5746162" y="3855107"/>
              <a:ext cx="462347" cy="245835"/>
              <a:chOff x="3891558" y="2180494"/>
              <a:chExt cx="346769" cy="184381"/>
            </a:xfrm>
          </p:grpSpPr>
          <p:sp>
            <p:nvSpPr>
              <p:cNvPr id="101" name="Google Shape;561;p10">
                <a:extLst>
                  <a:ext uri="{FF2B5EF4-FFF2-40B4-BE49-F238E27FC236}">
                    <a16:creationId xmlns:a16="http://schemas.microsoft.com/office/drawing/2014/main" id="{5E937AC8-3CF1-E81A-38C7-8A8F25F2743B}"/>
                  </a:ext>
                </a:extLst>
              </p:cNvPr>
              <p:cNvSpPr/>
              <p:nvPr/>
            </p:nvSpPr>
            <p:spPr>
              <a:xfrm>
                <a:off x="3949943" y="2180494"/>
                <a:ext cx="230006" cy="184381"/>
              </a:xfrm>
              <a:custGeom>
                <a:avLst/>
                <a:gdLst/>
                <a:ahLst/>
                <a:cxnLst/>
                <a:rect l="l" t="t" r="r" b="b"/>
                <a:pathLst>
                  <a:path w="13324" h="10681" extrusionOk="0">
                    <a:moveTo>
                      <a:pt x="1369" y="1"/>
                    </a:moveTo>
                    <a:cubicBezTo>
                      <a:pt x="619" y="1"/>
                      <a:pt x="0" y="620"/>
                      <a:pt x="0" y="1370"/>
                    </a:cubicBezTo>
                    <a:lnTo>
                      <a:pt x="0" y="9311"/>
                    </a:lnTo>
                    <a:cubicBezTo>
                      <a:pt x="0" y="10073"/>
                      <a:pt x="619" y="10681"/>
                      <a:pt x="1369" y="10681"/>
                    </a:cubicBezTo>
                    <a:lnTo>
                      <a:pt x="3453" y="10681"/>
                    </a:lnTo>
                    <a:lnTo>
                      <a:pt x="3453" y="5906"/>
                    </a:lnTo>
                    <a:lnTo>
                      <a:pt x="9870" y="5906"/>
                    </a:lnTo>
                    <a:lnTo>
                      <a:pt x="9870" y="10681"/>
                    </a:lnTo>
                    <a:lnTo>
                      <a:pt x="11954" y="10681"/>
                    </a:lnTo>
                    <a:cubicBezTo>
                      <a:pt x="12704" y="10681"/>
                      <a:pt x="13323" y="10073"/>
                      <a:pt x="13323" y="9311"/>
                    </a:cubicBezTo>
                    <a:lnTo>
                      <a:pt x="13323" y="1370"/>
                    </a:lnTo>
                    <a:cubicBezTo>
                      <a:pt x="13323" y="620"/>
                      <a:pt x="12704" y="1"/>
                      <a:pt x="11954" y="1"/>
                    </a:cubicBezTo>
                    <a:lnTo>
                      <a:pt x="9870" y="1"/>
                    </a:lnTo>
                    <a:lnTo>
                      <a:pt x="9870" y="3966"/>
                    </a:lnTo>
                    <a:lnTo>
                      <a:pt x="3453" y="3966"/>
                    </a:lnTo>
                    <a:lnTo>
                      <a:pt x="3453"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2" name="Google Shape;562;p10">
                <a:extLst>
                  <a:ext uri="{FF2B5EF4-FFF2-40B4-BE49-F238E27FC236}">
                    <a16:creationId xmlns:a16="http://schemas.microsoft.com/office/drawing/2014/main" id="{FE5A48D4-221D-C058-39C1-8B5B1FB74595}"/>
                  </a:ext>
                </a:extLst>
              </p:cNvPr>
              <p:cNvSpPr/>
              <p:nvPr/>
            </p:nvSpPr>
            <p:spPr>
              <a:xfrm>
                <a:off x="4187334" y="2198379"/>
                <a:ext cx="50993" cy="148820"/>
              </a:xfrm>
              <a:custGeom>
                <a:avLst/>
                <a:gdLst/>
                <a:ahLst/>
                <a:cxnLst/>
                <a:rect l="l" t="t" r="r" b="b"/>
                <a:pathLst>
                  <a:path w="2954" h="8621" extrusionOk="0">
                    <a:moveTo>
                      <a:pt x="1" y="1"/>
                    </a:moveTo>
                    <a:lnTo>
                      <a:pt x="1" y="8621"/>
                    </a:lnTo>
                    <a:lnTo>
                      <a:pt x="1108" y="8621"/>
                    </a:lnTo>
                    <a:cubicBezTo>
                      <a:pt x="1692" y="8621"/>
                      <a:pt x="2156" y="8144"/>
                      <a:pt x="2156" y="7573"/>
                    </a:cubicBezTo>
                    <a:lnTo>
                      <a:pt x="2156" y="5537"/>
                    </a:lnTo>
                    <a:lnTo>
                      <a:pt x="2454" y="5537"/>
                    </a:lnTo>
                    <a:cubicBezTo>
                      <a:pt x="2727" y="5537"/>
                      <a:pt x="2954" y="5311"/>
                      <a:pt x="2954" y="5037"/>
                    </a:cubicBezTo>
                    <a:lnTo>
                      <a:pt x="2954" y="3584"/>
                    </a:lnTo>
                    <a:cubicBezTo>
                      <a:pt x="2954" y="3299"/>
                      <a:pt x="2727" y="3084"/>
                      <a:pt x="2454" y="3084"/>
                    </a:cubicBezTo>
                    <a:lnTo>
                      <a:pt x="2156" y="3084"/>
                    </a:lnTo>
                    <a:lnTo>
                      <a:pt x="2156" y="1036"/>
                    </a:lnTo>
                    <a:cubicBezTo>
                      <a:pt x="2156" y="465"/>
                      <a:pt x="1692" y="1"/>
                      <a:pt x="1108"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3" name="Google Shape;563;p10">
                <a:extLst>
                  <a:ext uri="{FF2B5EF4-FFF2-40B4-BE49-F238E27FC236}">
                    <a16:creationId xmlns:a16="http://schemas.microsoft.com/office/drawing/2014/main" id="{EBF9B7AC-F9C6-D289-FFFA-7716F58B13C7}"/>
                  </a:ext>
                </a:extLst>
              </p:cNvPr>
              <p:cNvSpPr/>
              <p:nvPr/>
            </p:nvSpPr>
            <p:spPr>
              <a:xfrm>
                <a:off x="3891558" y="2198379"/>
                <a:ext cx="50993" cy="148820"/>
              </a:xfrm>
              <a:custGeom>
                <a:avLst/>
                <a:gdLst/>
                <a:ahLst/>
                <a:cxnLst/>
                <a:rect l="l" t="t" r="r" b="b"/>
                <a:pathLst>
                  <a:path w="2954" h="8621" extrusionOk="0">
                    <a:moveTo>
                      <a:pt x="1846" y="1"/>
                    </a:moveTo>
                    <a:cubicBezTo>
                      <a:pt x="1263" y="1"/>
                      <a:pt x="799" y="465"/>
                      <a:pt x="799" y="1036"/>
                    </a:cubicBezTo>
                    <a:lnTo>
                      <a:pt x="799" y="3084"/>
                    </a:lnTo>
                    <a:lnTo>
                      <a:pt x="501" y="3084"/>
                    </a:lnTo>
                    <a:cubicBezTo>
                      <a:pt x="215" y="3084"/>
                      <a:pt x="1" y="3299"/>
                      <a:pt x="1" y="3584"/>
                    </a:cubicBezTo>
                    <a:lnTo>
                      <a:pt x="1" y="5037"/>
                    </a:lnTo>
                    <a:cubicBezTo>
                      <a:pt x="1" y="5311"/>
                      <a:pt x="215" y="5537"/>
                      <a:pt x="501" y="5537"/>
                    </a:cubicBezTo>
                    <a:lnTo>
                      <a:pt x="799" y="5537"/>
                    </a:lnTo>
                    <a:lnTo>
                      <a:pt x="799" y="7573"/>
                    </a:lnTo>
                    <a:cubicBezTo>
                      <a:pt x="799" y="8144"/>
                      <a:pt x="1263" y="8621"/>
                      <a:pt x="1846" y="8621"/>
                    </a:cubicBezTo>
                    <a:lnTo>
                      <a:pt x="2954" y="8621"/>
                    </a:lnTo>
                    <a:lnTo>
                      <a:pt x="2954"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spTree>
    <p:extLst>
      <p:ext uri="{BB962C8B-B14F-4D97-AF65-F5344CB8AC3E}">
        <p14:creationId xmlns:p14="http://schemas.microsoft.com/office/powerpoint/2010/main" val="2060602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3C81F-3184-A9B6-4EDF-564759B5ED2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2F5FB7-6CE2-44A6-A91F-BA11295CF1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4" name="Google Shape;125;p3">
            <a:extLst>
              <a:ext uri="{FF2B5EF4-FFF2-40B4-BE49-F238E27FC236}">
                <a16:creationId xmlns:a16="http://schemas.microsoft.com/office/drawing/2014/main" id="{8A9324EE-9300-A63E-CB30-D00FED73E1B0}"/>
              </a:ext>
            </a:extLst>
          </p:cNvPr>
          <p:cNvSpPr txBox="1"/>
          <p:nvPr/>
        </p:nvSpPr>
        <p:spPr>
          <a:xfrm>
            <a:off x="838200" y="142822"/>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1" dirty="0">
                <a:latin typeface="Montserrat"/>
                <a:sym typeface="Montserrat"/>
              </a:rPr>
              <a:t>Architecture(In-Progress) </a:t>
            </a:r>
            <a:endParaRPr sz="1600" dirty="0"/>
          </a:p>
        </p:txBody>
      </p:sp>
      <p:pic>
        <p:nvPicPr>
          <p:cNvPr id="9" name="Picture 8">
            <a:extLst>
              <a:ext uri="{FF2B5EF4-FFF2-40B4-BE49-F238E27FC236}">
                <a16:creationId xmlns:a16="http://schemas.microsoft.com/office/drawing/2014/main" id="{5F92FF8B-B840-E2BD-B433-60B584F3A7AF}"/>
              </a:ext>
            </a:extLst>
          </p:cNvPr>
          <p:cNvPicPr>
            <a:picLocks noChangeAspect="1"/>
          </p:cNvPicPr>
          <p:nvPr/>
        </p:nvPicPr>
        <p:blipFill>
          <a:blip r:embed="rId2"/>
          <a:stretch>
            <a:fillRect/>
          </a:stretch>
        </p:blipFill>
        <p:spPr>
          <a:xfrm>
            <a:off x="504825" y="828675"/>
            <a:ext cx="11182350" cy="5200650"/>
          </a:xfrm>
          <a:prstGeom prst="rect">
            <a:avLst/>
          </a:prstGeom>
        </p:spPr>
      </p:pic>
    </p:spTree>
    <p:extLst>
      <p:ext uri="{BB962C8B-B14F-4D97-AF65-F5344CB8AC3E}">
        <p14:creationId xmlns:p14="http://schemas.microsoft.com/office/powerpoint/2010/main" val="2585964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857863" y="191824"/>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800" b="1" i="0" u="none" strike="noStrike" cap="none" dirty="0">
                <a:solidFill>
                  <a:srgbClr val="000000"/>
                </a:solidFill>
                <a:latin typeface="Montserrat"/>
                <a:ea typeface="Montserrat"/>
                <a:cs typeface="Montserrat"/>
                <a:sym typeface="Montserrat"/>
              </a:rPr>
              <a:t>Implementation and Results – Iteration 1 </a:t>
            </a:r>
            <a:endParaRPr lang="en-US" sz="16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67B823CE-7BA9-D714-A424-29AA44BD6144}"/>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 Results + Validation against the use cases and test cases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6" name="Picture 5">
            <a:extLst>
              <a:ext uri="{FF2B5EF4-FFF2-40B4-BE49-F238E27FC236}">
                <a16:creationId xmlns:a16="http://schemas.microsoft.com/office/drawing/2014/main" id="{E0F19C9F-CBF5-7975-0786-9BCB6960E35C}"/>
              </a:ext>
            </a:extLst>
          </p:cNvPr>
          <p:cNvPicPr>
            <a:picLocks noChangeAspect="1"/>
          </p:cNvPicPr>
          <p:nvPr/>
        </p:nvPicPr>
        <p:blipFill>
          <a:blip r:embed="rId2"/>
          <a:stretch>
            <a:fillRect/>
          </a:stretch>
        </p:blipFill>
        <p:spPr>
          <a:xfrm>
            <a:off x="81281" y="871532"/>
            <a:ext cx="11958320" cy="5915348"/>
          </a:xfrm>
          <a:prstGeom prst="rect">
            <a:avLst/>
          </a:prstGeom>
        </p:spPr>
      </p:pic>
    </p:spTree>
    <p:extLst>
      <p:ext uri="{BB962C8B-B14F-4D97-AF65-F5344CB8AC3E}">
        <p14:creationId xmlns:p14="http://schemas.microsoft.com/office/powerpoint/2010/main" val="2761468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5BD5770-0D6B-C0BC-B6B4-A65FA2E5B3AE}"/>
              </a:ext>
            </a:extLst>
          </p:cNvPr>
          <p:cNvSpPr txBox="1"/>
          <p:nvPr/>
        </p:nvSpPr>
        <p:spPr>
          <a:xfrm>
            <a:off x="4035980" y="230107"/>
            <a:ext cx="4120039" cy="523220"/>
          </a:xfrm>
          <a:prstGeom prst="rect">
            <a:avLst/>
          </a:prstGeom>
          <a:noFill/>
        </p:spPr>
        <p:txBody>
          <a:bodyPr wrap="none" rtlCol="0">
            <a:spAutoFit/>
          </a:bodyPr>
          <a:lstStyle/>
          <a:p>
            <a:pPr algn="ctr"/>
            <a:r>
              <a:rPr lang="en-IN" sz="2800" b="1" dirty="0"/>
              <a:t>Implementation results</a:t>
            </a:r>
          </a:p>
        </p:txBody>
      </p:sp>
      <p:pic>
        <p:nvPicPr>
          <p:cNvPr id="3" name="Picture 2">
            <a:extLst>
              <a:ext uri="{FF2B5EF4-FFF2-40B4-BE49-F238E27FC236}">
                <a16:creationId xmlns:a16="http://schemas.microsoft.com/office/drawing/2014/main" id="{0297F820-7050-E90C-26C4-C10FF66E2E1F}"/>
              </a:ext>
            </a:extLst>
          </p:cNvPr>
          <p:cNvPicPr>
            <a:picLocks noChangeAspect="1"/>
          </p:cNvPicPr>
          <p:nvPr/>
        </p:nvPicPr>
        <p:blipFill>
          <a:blip r:embed="rId2"/>
          <a:stretch>
            <a:fillRect/>
          </a:stretch>
        </p:blipFill>
        <p:spPr>
          <a:xfrm>
            <a:off x="6902372" y="952342"/>
            <a:ext cx="3552576" cy="5259614"/>
          </a:xfrm>
          <a:prstGeom prst="rect">
            <a:avLst/>
          </a:prstGeom>
        </p:spPr>
      </p:pic>
      <p:pic>
        <p:nvPicPr>
          <p:cNvPr id="14" name="Picture 13">
            <a:extLst>
              <a:ext uri="{FF2B5EF4-FFF2-40B4-BE49-F238E27FC236}">
                <a16:creationId xmlns:a16="http://schemas.microsoft.com/office/drawing/2014/main" id="{EA3B6E5C-3367-E803-7BB7-A6CC37566AB8}"/>
              </a:ext>
            </a:extLst>
          </p:cNvPr>
          <p:cNvPicPr>
            <a:picLocks noChangeAspect="1"/>
          </p:cNvPicPr>
          <p:nvPr/>
        </p:nvPicPr>
        <p:blipFill>
          <a:blip r:embed="rId3"/>
          <a:stretch>
            <a:fillRect/>
          </a:stretch>
        </p:blipFill>
        <p:spPr>
          <a:xfrm>
            <a:off x="1890771" y="983848"/>
            <a:ext cx="3271537" cy="5228108"/>
          </a:xfrm>
          <a:prstGeom prst="rect">
            <a:avLst/>
          </a:prstGeom>
        </p:spPr>
      </p:pic>
    </p:spTree>
    <p:extLst>
      <p:ext uri="{BB962C8B-B14F-4D97-AF65-F5344CB8AC3E}">
        <p14:creationId xmlns:p14="http://schemas.microsoft.com/office/powerpoint/2010/main" val="1137151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WhatsApp Video 2025-02-05 at 13.00.05_00ea24d7">
            <a:hlinkClick r:id="" action="ppaction://media"/>
            <a:extLst>
              <a:ext uri="{FF2B5EF4-FFF2-40B4-BE49-F238E27FC236}">
                <a16:creationId xmlns:a16="http://schemas.microsoft.com/office/drawing/2014/main" id="{5D2B4D96-D4CC-EA9E-BF3A-4C960405480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28078" y="406400"/>
            <a:ext cx="9753600" cy="5486400"/>
          </a:xfrm>
          <a:prstGeom prst="rect">
            <a:avLst/>
          </a:prstGeom>
        </p:spPr>
      </p:pic>
    </p:spTree>
    <p:extLst>
      <p:ext uri="{BB962C8B-B14F-4D97-AF65-F5344CB8AC3E}">
        <p14:creationId xmlns:p14="http://schemas.microsoft.com/office/powerpoint/2010/main" val="48103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84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0E5223-C234-AD29-55E0-80196B8CAA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sp>
        <p:nvSpPr>
          <p:cNvPr id="4" name="Slide Number Placeholder 2">
            <a:extLst>
              <a:ext uri="{FF2B5EF4-FFF2-40B4-BE49-F238E27FC236}">
                <a16:creationId xmlns:a16="http://schemas.microsoft.com/office/drawing/2014/main" id="{F6793348-BF7F-BC0E-55DE-C2D875764266}"/>
              </a:ext>
            </a:extLst>
          </p:cNvPr>
          <p:cNvSpPr txBox="1">
            <a:spLocks/>
          </p:cNvSpPr>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14</a:t>
            </a:fld>
            <a:endParaRPr lang="en-US" dirty="0"/>
          </a:p>
        </p:txBody>
      </p:sp>
      <p:sp>
        <p:nvSpPr>
          <p:cNvPr id="5" name="Google Shape;125;p3">
            <a:extLst>
              <a:ext uri="{FF2B5EF4-FFF2-40B4-BE49-F238E27FC236}">
                <a16:creationId xmlns:a16="http://schemas.microsoft.com/office/drawing/2014/main" id="{1D06064C-C35C-DF02-D287-B503E041543B}"/>
              </a:ext>
            </a:extLst>
          </p:cNvPr>
          <p:cNvSpPr txBox="1"/>
          <p:nvPr/>
        </p:nvSpPr>
        <p:spPr>
          <a:xfrm>
            <a:off x="216308" y="118196"/>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8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Contribution</a:t>
            </a:r>
            <a:endParaRPr lang="en-US" sz="16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6" name="Google Shape;125;p3">
            <a:extLst>
              <a:ext uri="{FF2B5EF4-FFF2-40B4-BE49-F238E27FC236}">
                <a16:creationId xmlns:a16="http://schemas.microsoft.com/office/drawing/2014/main" id="{92B1124D-6CAC-4FC1-A4DC-30BD18F7A51A}"/>
              </a:ext>
            </a:extLst>
          </p:cNvPr>
          <p:cNvSpPr txBox="1"/>
          <p:nvPr/>
        </p:nvSpPr>
        <p:spPr>
          <a:xfrm>
            <a:off x="452284" y="7417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2000" b="1" dirty="0">
                <a:latin typeface="Times New Roman" panose="02020603050405020304" pitchFamily="18" charset="0"/>
                <a:ea typeface="Verdana" panose="020B0604030504040204" pitchFamily="34" charset="0"/>
                <a:cs typeface="Times New Roman" panose="02020603050405020304" pitchFamily="18" charset="0"/>
              </a:rPr>
              <a:t>Team Progress and Movement</a:t>
            </a:r>
          </a:p>
          <a:p>
            <a:pPr marL="285750" marR="0" lvl="0" indent="-285750" rtl="0">
              <a:lnSpc>
                <a:spcPct val="150000"/>
              </a:lnSpc>
              <a:spcBef>
                <a:spcPts val="0"/>
              </a:spcBef>
              <a:spcAft>
                <a:spcPts val="0"/>
              </a:spcAft>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Planning and Research </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50000"/>
              </a:lnSpc>
              <a:spcBef>
                <a:spcPts val="0"/>
              </a:spcBef>
              <a:spcAft>
                <a:spcPts val="0"/>
              </a:spcAft>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Hardware Development </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50000"/>
              </a:lnSpc>
              <a:spcBef>
                <a:spcPts val="0"/>
              </a:spcBef>
              <a:spcAft>
                <a:spcPts val="0"/>
              </a:spcAft>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Testing and Validation </a:t>
            </a:r>
          </a:p>
          <a:p>
            <a:pPr marL="285750" marR="0" lvl="0" indent="-285750" rtl="0">
              <a:lnSpc>
                <a:spcPct val="150000"/>
              </a:lnSpc>
              <a:spcBef>
                <a:spcPts val="0"/>
              </a:spcBef>
              <a:spcAft>
                <a:spcPts val="0"/>
              </a:spcAft>
              <a:buFont typeface="Arial" panose="020B0604020202020204" pitchFamily="34" charset="0"/>
              <a:buChar char="•"/>
            </a:pPr>
            <a:r>
              <a:rPr lang="en-US" sz="1800" dirty="0">
                <a:latin typeface="Times New Roman" panose="02020603050405020304" pitchFamily="18" charset="0"/>
                <a:ea typeface="Verdana" panose="020B0604030504040204" pitchFamily="34" charset="0"/>
                <a:cs typeface="Times New Roman" panose="02020603050405020304" pitchFamily="18" charset="0"/>
              </a:rPr>
              <a:t>Documentation and Reporting </a:t>
            </a:r>
          </a:p>
          <a:p>
            <a:pPr marL="285750" marR="0" lvl="0" indent="-285750" rtl="0">
              <a:lnSpc>
                <a:spcPct val="150000"/>
              </a:lnSpc>
              <a:spcBef>
                <a:spcPts val="0"/>
              </a:spcBef>
              <a:spcAft>
                <a:spcPts val="0"/>
              </a:spcAft>
              <a:buFont typeface="Arial" panose="020B0604020202020204" pitchFamily="34" charset="0"/>
              <a:buChar char="•"/>
            </a:pP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r>
              <a:rPr lang="en-US" sz="2000" b="1" dirty="0">
                <a:latin typeface="Times New Roman" panose="02020603050405020304" pitchFamily="18" charset="0"/>
                <a:ea typeface="Verdana" panose="020B0604030504040204" pitchFamily="34" charset="0"/>
                <a:cs typeface="Times New Roman" panose="02020603050405020304" pitchFamily="18" charset="0"/>
              </a:rPr>
              <a:t>Movement:</a:t>
            </a:r>
          </a:p>
          <a:p>
            <a:pPr marL="285750" marR="0" lvl="0" indent="-285750" rtl="0">
              <a:lnSpc>
                <a:spcPct val="150000"/>
              </a:lnSpc>
              <a:spcBef>
                <a:spcPts val="0"/>
              </a:spcBef>
              <a:spcAft>
                <a:spcPts val="0"/>
              </a:spcAft>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Interactive sessions with project guide.</a:t>
            </a:r>
          </a:p>
          <a:p>
            <a:pPr marL="285750" marR="0" lvl="0" indent="-285750" rtl="0">
              <a:lnSpc>
                <a:spcPct val="150000"/>
              </a:lnSpc>
              <a:spcBef>
                <a:spcPts val="0"/>
              </a:spcBef>
              <a:spcAft>
                <a:spcPts val="0"/>
              </a:spcAft>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Group discussions.</a:t>
            </a: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Google Shape;125;p3">
            <a:extLst>
              <a:ext uri="{FF2B5EF4-FFF2-40B4-BE49-F238E27FC236}">
                <a16:creationId xmlns:a16="http://schemas.microsoft.com/office/drawing/2014/main" id="{DE44F841-4391-8749-9DA9-A56533EEFBE1}"/>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2000" b="1" dirty="0">
                <a:latin typeface="Times New Roman" panose="02020603050405020304" pitchFamily="18" charset="0"/>
                <a:ea typeface="Verdana" panose="020B0604030504040204" pitchFamily="34" charset="0"/>
                <a:cs typeface="Times New Roman" panose="02020603050405020304" pitchFamily="18" charset="0"/>
              </a:rPr>
              <a:t>Individual Contribution </a:t>
            </a:r>
          </a:p>
          <a:p>
            <a:pPr lvl="3">
              <a:lnSpc>
                <a:spcPct val="150000"/>
              </a:lnSpc>
            </a:pPr>
            <a:r>
              <a:rPr lang="en-IN" sz="1600" dirty="0">
                <a:latin typeface="Times New Roman" panose="02020603050405020304" pitchFamily="18" charset="0"/>
                <a:ea typeface="Verdana" panose="020B0604030504040204" pitchFamily="34" charset="0"/>
                <a:cs typeface="Times New Roman" panose="02020603050405020304" pitchFamily="18" charset="0"/>
              </a:rPr>
              <a:t>Key contributions: Sudeep B S</a:t>
            </a:r>
          </a:p>
          <a:p>
            <a:pPr marL="285750" marR="0" lvl="0" indent="-285750" rtl="0">
              <a:lnSpc>
                <a:spcPct val="150000"/>
              </a:lnSpc>
              <a:spcBef>
                <a:spcPts val="0"/>
              </a:spcBef>
              <a:spcAft>
                <a:spcPts val="0"/>
              </a:spcAft>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Prototype design </a:t>
            </a:r>
          </a:p>
          <a:p>
            <a:pPr marL="285750" marR="0" lvl="0" indent="-285750" rtl="0">
              <a:lnSpc>
                <a:spcPct val="150000"/>
              </a:lnSpc>
              <a:spcBef>
                <a:spcPts val="0"/>
              </a:spcBef>
              <a:spcAft>
                <a:spcPts val="0"/>
              </a:spcAft>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Coding (combined working)</a:t>
            </a: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lvl="3">
              <a:lnSpc>
                <a:spcPct val="150000"/>
              </a:lnSpc>
            </a:pPr>
            <a:r>
              <a:rPr lang="en-IN" sz="1600" dirty="0">
                <a:latin typeface="Times New Roman" panose="02020603050405020304" pitchFamily="18" charset="0"/>
                <a:ea typeface="Verdana" panose="020B0604030504040204" pitchFamily="34" charset="0"/>
                <a:cs typeface="Times New Roman" panose="02020603050405020304" pitchFamily="18" charset="0"/>
              </a:rPr>
              <a:t>Key contributions: Lakshman B H </a:t>
            </a:r>
          </a:p>
          <a:p>
            <a:pPr marL="285750" lvl="1" indent="-285750">
              <a:lnSpc>
                <a:spcPct val="150000"/>
              </a:lnSpc>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Purchasing components </a:t>
            </a:r>
          </a:p>
          <a:p>
            <a:pPr marL="285750" lvl="1" indent="-285750">
              <a:lnSpc>
                <a:spcPct val="150000"/>
              </a:lnSpc>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Final PPT and Report</a:t>
            </a:r>
          </a:p>
          <a:p>
            <a:pPr marL="285750" lvl="1" indent="-285750">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lvl="3">
              <a:lnSpc>
                <a:spcPct val="150000"/>
              </a:lnSpc>
            </a:pPr>
            <a:r>
              <a:rPr lang="en-IN" sz="1600" dirty="0">
                <a:latin typeface="Times New Roman" panose="02020603050405020304" pitchFamily="18" charset="0"/>
                <a:ea typeface="Verdana" panose="020B0604030504040204" pitchFamily="34" charset="0"/>
                <a:cs typeface="Times New Roman" panose="02020603050405020304" pitchFamily="18" charset="0"/>
              </a:rPr>
              <a:t>Key contributions: Darshan D M </a:t>
            </a:r>
          </a:p>
          <a:p>
            <a:pPr marL="285750" lvl="1" indent="-285750">
              <a:lnSpc>
                <a:spcPct val="150000"/>
              </a:lnSpc>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Block diagram </a:t>
            </a:r>
          </a:p>
          <a:p>
            <a:pPr marL="285750" lvl="1" indent="-285750">
              <a:lnSpc>
                <a:spcPct val="150000"/>
              </a:lnSpc>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Hardware setup </a:t>
            </a:r>
          </a:p>
        </p:txBody>
      </p:sp>
    </p:spTree>
    <p:extLst>
      <p:ext uri="{BB962C8B-B14F-4D97-AF65-F5344CB8AC3E}">
        <p14:creationId xmlns:p14="http://schemas.microsoft.com/office/powerpoint/2010/main" val="47504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857863" y="192832"/>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8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Conclusion &amp; Future Work</a:t>
            </a:r>
            <a:endParaRPr lang="en-US" sz="16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274321" y="934131"/>
            <a:ext cx="11779044" cy="5860496"/>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2000" b="1" dirty="0">
                <a:latin typeface="Times New Roman" panose="02020603050405020304" pitchFamily="18" charset="0"/>
                <a:ea typeface="Verdana" panose="020B0604030504040204" pitchFamily="34" charset="0"/>
                <a:cs typeface="Times New Roman" panose="02020603050405020304" pitchFamily="18" charset="0"/>
              </a:rPr>
              <a:t>Summary and Conclusion :</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algn="just">
              <a:lnSpc>
                <a:spcPct val="150000"/>
              </a:lnSpc>
            </a:pPr>
            <a:r>
              <a:rPr lang="en-US" sz="1800" dirty="0">
                <a:latin typeface="Times New Roman" panose="02020603050405020304" pitchFamily="18" charset="0"/>
                <a:ea typeface="Verdana" panose="020B0604030504040204" pitchFamily="34" charset="0"/>
                <a:cs typeface="Times New Roman" panose="02020603050405020304" pitchFamily="18" charset="0"/>
              </a:rPr>
              <a:t>The Smart Energy Meter using successfully modernizes traditional energy metering by enabling real-time monitoring, accurate billing. It empowers consumers to track and manage their electricity usage more efficiently while providing utility providers with better control, reducing human error and less Human Effort</a:t>
            </a:r>
            <a:r>
              <a:rPr lang="en-US" sz="1600" dirty="0">
                <a:latin typeface="Times New Roman" panose="02020603050405020304" pitchFamily="18" charset="0"/>
                <a:ea typeface="Verdana" panose="020B0604030504040204" pitchFamily="34" charset="0"/>
                <a:cs typeface="Times New Roman" panose="02020603050405020304" pitchFamily="18" charset="0"/>
              </a:rPr>
              <a:t>. </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5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r>
              <a:rPr lang="en-IN" sz="2000" b="1" dirty="0">
                <a:latin typeface="Times New Roman" panose="02020603050405020304" pitchFamily="18" charset="0"/>
                <a:ea typeface="Verdana" panose="020B0604030504040204" pitchFamily="34" charset="0"/>
                <a:cs typeface="Times New Roman" panose="02020603050405020304" pitchFamily="18" charset="0"/>
              </a:rPr>
              <a:t>Future Work: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platform integration for cloud-based monitoring and data storage.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 to enable users to control energy usage from anywhere.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Creating a Smart Energy system to display how much electricity is consumed and the bill.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Enabling the system to send electricity consumption data to the power station.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the device retrieves data even when it is disconnected</a:t>
            </a:r>
          </a:p>
          <a:p>
            <a:endParaRPr lang="en-IN" b="1"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3882</TotalTime>
  <Words>1491</Words>
  <Application>Microsoft Office PowerPoint</Application>
  <PresentationFormat>Widescreen</PresentationFormat>
  <Paragraphs>194</Paragraphs>
  <Slides>16</Slides>
  <Notes>7</Notes>
  <HiddenSlides>0</HiddenSlides>
  <MMClips>1</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Plus Jakarta Sans</vt:lpstr>
      <vt:lpstr>Arial</vt:lpstr>
      <vt:lpstr>Open Sans</vt:lpstr>
      <vt:lpstr>Montserrat</vt:lpstr>
      <vt:lpstr>Poppins SemiBold</vt:lpstr>
      <vt:lpstr>Wingdings</vt:lpstr>
      <vt:lpstr>Roboto</vt:lpstr>
      <vt:lpstr>Calibri</vt:lpstr>
      <vt:lpstr>Times New Roman</vt:lpstr>
      <vt:lpstr>Montserrat Medium</vt:lpstr>
      <vt:lpstr>Aharoni</vt:lpstr>
      <vt:lpstr>Verdana</vt:lpstr>
      <vt:lpstr>Fira Sans Extra Condensed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lak a</cp:lastModifiedBy>
  <cp:revision>33</cp:revision>
  <dcterms:created xsi:type="dcterms:W3CDTF">2022-05-23T07:15:42Z</dcterms:created>
  <dcterms:modified xsi:type="dcterms:W3CDTF">2025-03-19T04:55:52Z</dcterms:modified>
</cp:coreProperties>
</file>